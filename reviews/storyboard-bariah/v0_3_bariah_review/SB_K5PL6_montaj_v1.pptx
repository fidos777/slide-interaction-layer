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5074" r:id="rId2"/>
    <p:sldId id="372" r:id="rId3"/>
    <p:sldId id="5073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B164"/>
    <a:srgbClr val="DFE0D1"/>
    <a:srgbClr val="AC8300"/>
    <a:srgbClr val="F6D4CF"/>
    <a:srgbClr val="D8928B"/>
    <a:srgbClr val="6F9F9E"/>
    <a:srgbClr val="98768E"/>
    <a:srgbClr val="D3B8C5"/>
    <a:srgbClr val="4E7189"/>
    <a:srgbClr val="385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E5735-7D5C-4286-A2FF-AAD98DA8F686}" v="59" dt="2026-08-01T05:29:00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1" autoAdjust="0"/>
    <p:restoredTop sz="66528" autoAdjust="0"/>
  </p:normalViewPr>
  <p:slideViewPr>
    <p:cSldViewPr snapToGrid="0" snapToObjects="1">
      <p:cViewPr>
        <p:scale>
          <a:sx n="50" d="100"/>
          <a:sy n="50" d="100"/>
        </p:scale>
        <p:origin x="1930" y="-144"/>
      </p:cViewPr>
      <p:guideLst>
        <p:guide orient="horz" pos="104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93"/>
    </p:cViewPr>
  </p:notesTextViewPr>
  <p:sorterViewPr>
    <p:cViewPr>
      <p:scale>
        <a:sx n="70" d="100"/>
        <a:sy n="70" d="100"/>
      </p:scale>
      <p:origin x="0" y="-6198"/>
    </p:cViewPr>
  </p:sorterViewPr>
  <p:notesViewPr>
    <p:cSldViewPr snapToGrid="0" snapToObjects="1">
      <p:cViewPr varScale="1">
        <p:scale>
          <a:sx n="50" d="100"/>
          <a:sy n="50" d="100"/>
        </p:scale>
        <p:origin x="20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iah Ahmad" userId="0648d156d4325605" providerId="LiveId" clId="{B2932A15-7E90-46D7-93E4-B64D1E7A69C0}"/>
    <pc:docChg chg="undo redo custSel modSld">
      <pc:chgData name="Bariah Ahmad" userId="0648d156d4325605" providerId="LiveId" clId="{B2932A15-7E90-46D7-93E4-B64D1E7A69C0}" dt="2026-08-01T05:29:13.489" v="574" actId="14100"/>
      <pc:docMkLst>
        <pc:docMk/>
      </pc:docMkLst>
      <pc:sldChg chg="modSp mod modNotesTx">
        <pc:chgData name="Bariah Ahmad" userId="0648d156d4325605" providerId="LiveId" clId="{B2932A15-7E90-46D7-93E4-B64D1E7A69C0}" dt="2026-08-01T05:25:22.705" v="495" actId="20577"/>
        <pc:sldMkLst>
          <pc:docMk/>
          <pc:sldMk cId="1469461514" sldId="372"/>
        </pc:sldMkLst>
        <pc:spChg chg="mod">
          <ac:chgData name="Bariah Ahmad" userId="0648d156d4325605" providerId="LiveId" clId="{B2932A15-7E90-46D7-93E4-B64D1E7A69C0}" dt="2026-08-01T05:23:10.645" v="465" actId="20577"/>
          <ac:spMkLst>
            <pc:docMk/>
            <pc:sldMk cId="1469461514" sldId="372"/>
            <ac:spMk id="3" creationId="{CB8D899A-7781-730A-8DC2-BA36258CEEEB}"/>
          </ac:spMkLst>
        </pc:spChg>
        <pc:spChg chg="mod">
          <ac:chgData name="Bariah Ahmad" userId="0648d156d4325605" providerId="LiveId" clId="{B2932A15-7E90-46D7-93E4-B64D1E7A69C0}" dt="2026-08-01T05:20:18.059" v="265"/>
          <ac:spMkLst>
            <pc:docMk/>
            <pc:sldMk cId="1469461514" sldId="372"/>
            <ac:spMk id="6" creationId="{B7998D2A-0904-D82F-DD06-890B72EC8CCD}"/>
          </ac:spMkLst>
        </pc:spChg>
        <pc:spChg chg="mod">
          <ac:chgData name="Bariah Ahmad" userId="0648d156d4325605" providerId="LiveId" clId="{B2932A15-7E90-46D7-93E4-B64D1E7A69C0}" dt="2026-08-01T05:20:24.084" v="269" actId="20577"/>
          <ac:spMkLst>
            <pc:docMk/>
            <pc:sldMk cId="1469461514" sldId="372"/>
            <ac:spMk id="9" creationId="{72D24F4D-69BA-A24D-9199-DEBACCBC88A6}"/>
          </ac:spMkLst>
        </pc:spChg>
        <pc:spChg chg="mod">
          <ac:chgData name="Bariah Ahmad" userId="0648d156d4325605" providerId="LiveId" clId="{B2932A15-7E90-46D7-93E4-B64D1E7A69C0}" dt="2026-08-01T05:20:21.262" v="267" actId="20577"/>
          <ac:spMkLst>
            <pc:docMk/>
            <pc:sldMk cId="1469461514" sldId="372"/>
            <ac:spMk id="25" creationId="{2379D9A1-8856-70ED-ED53-EE00E087E53E}"/>
          </ac:spMkLst>
        </pc:spChg>
      </pc:sldChg>
      <pc:sldChg chg="addSp delSp modSp mod modNotesTx">
        <pc:chgData name="Bariah Ahmad" userId="0648d156d4325605" providerId="LiveId" clId="{B2932A15-7E90-46D7-93E4-B64D1E7A69C0}" dt="2026-08-01T05:29:13.489" v="574" actId="14100"/>
        <pc:sldMkLst>
          <pc:docMk/>
          <pc:sldMk cId="1448302969" sldId="5073"/>
        </pc:sldMkLst>
        <pc:spChg chg="mod topLvl">
          <ac:chgData name="Bariah Ahmad" userId="0648d156d4325605" providerId="LiveId" clId="{B2932A15-7E90-46D7-93E4-B64D1E7A69C0}" dt="2026-07-28T07:42:10.430" v="196" actId="478"/>
          <ac:spMkLst>
            <pc:docMk/>
            <pc:sldMk cId="1448302969" sldId="5073"/>
            <ac:spMk id="2" creationId="{CA04A638-CD42-E1C8-6AA6-D5B11DECF82A}"/>
          </ac:spMkLst>
        </pc:spChg>
        <pc:spChg chg="add del mod topLvl">
          <ac:chgData name="Bariah Ahmad" userId="0648d156d4325605" providerId="LiveId" clId="{B2932A15-7E90-46D7-93E4-B64D1E7A69C0}" dt="2026-08-01T05:28:40.045" v="565"/>
          <ac:spMkLst>
            <pc:docMk/>
            <pc:sldMk cId="1448302969" sldId="5073"/>
            <ac:spMk id="5" creationId="{99A91676-36F1-0935-3A31-54B15CB1B5AA}"/>
          </ac:spMkLst>
        </pc:spChg>
        <pc:spChg chg="mod">
          <ac:chgData name="Bariah Ahmad" userId="0648d156d4325605" providerId="LiveId" clId="{B2932A15-7E90-46D7-93E4-B64D1E7A69C0}" dt="2026-08-01T05:28:07.060" v="558" actId="14100"/>
          <ac:spMkLst>
            <pc:docMk/>
            <pc:sldMk cId="1448302969" sldId="5073"/>
            <ac:spMk id="7" creationId="{4F9B2B37-EC42-4126-2457-44F5C18D0437}"/>
          </ac:spMkLst>
        </pc:spChg>
        <pc:spChg chg="mod">
          <ac:chgData name="Bariah Ahmad" userId="0648d156d4325605" providerId="LiveId" clId="{B2932A15-7E90-46D7-93E4-B64D1E7A69C0}" dt="2026-08-01T05:26:30.750" v="513" actId="20577"/>
          <ac:spMkLst>
            <pc:docMk/>
            <pc:sldMk cId="1448302969" sldId="5073"/>
            <ac:spMk id="8" creationId="{01090952-43A2-3029-5650-AA930B2156FE}"/>
          </ac:spMkLst>
        </pc:spChg>
        <pc:spChg chg="mod">
          <ac:chgData name="Bariah Ahmad" userId="0648d156d4325605" providerId="LiveId" clId="{B2932A15-7E90-46D7-93E4-B64D1E7A69C0}" dt="2026-08-01T05:28:53.224" v="568" actId="20577"/>
          <ac:spMkLst>
            <pc:docMk/>
            <pc:sldMk cId="1448302969" sldId="5073"/>
            <ac:spMk id="9" creationId="{321BE050-0AEA-2169-C904-05BCF4FAC62E}"/>
          </ac:spMkLst>
        </pc:spChg>
        <pc:spChg chg="mod topLvl">
          <ac:chgData name="Bariah Ahmad" userId="0648d156d4325605" providerId="LiveId" clId="{B2932A15-7E90-46D7-93E4-B64D1E7A69C0}" dt="2026-07-28T07:42:11.324" v="199" actId="478"/>
          <ac:spMkLst>
            <pc:docMk/>
            <pc:sldMk cId="1448302969" sldId="5073"/>
            <ac:spMk id="11" creationId="{E45007CA-6866-CCCE-19EA-671CDF16E84C}"/>
          </ac:spMkLst>
        </pc:spChg>
        <pc:spChg chg="add del mod topLvl">
          <ac:chgData name="Bariah Ahmad" userId="0648d156d4325605" providerId="LiveId" clId="{B2932A15-7E90-46D7-93E4-B64D1E7A69C0}" dt="2026-08-01T05:26:13.230" v="504"/>
          <ac:spMkLst>
            <pc:docMk/>
            <pc:sldMk cId="1448302969" sldId="5073"/>
            <ac:spMk id="16" creationId="{5577838E-B9E2-7044-66AF-9AEC764077F2}"/>
          </ac:spMkLst>
        </pc:spChg>
        <pc:spChg chg="add del mod topLvl">
          <ac:chgData name="Bariah Ahmad" userId="0648d156d4325605" providerId="LiveId" clId="{B2932A15-7E90-46D7-93E4-B64D1E7A69C0}" dt="2026-08-01T05:25:50.585" v="499"/>
          <ac:spMkLst>
            <pc:docMk/>
            <pc:sldMk cId="1448302969" sldId="5073"/>
            <ac:spMk id="18" creationId="{30342BD7-47A8-F476-43B0-32C37E5A99C9}"/>
          </ac:spMkLst>
        </pc:spChg>
        <pc:spChg chg="mod">
          <ac:chgData name="Bariah Ahmad" userId="0648d156d4325605" providerId="LiveId" clId="{B2932A15-7E90-46D7-93E4-B64D1E7A69C0}" dt="2026-08-01T05:27:57.967" v="556"/>
          <ac:spMkLst>
            <pc:docMk/>
            <pc:sldMk cId="1448302969" sldId="5073"/>
            <ac:spMk id="19" creationId="{5CBBC24A-C494-3C6B-FCF0-73B183D3148C}"/>
          </ac:spMkLst>
        </pc:spChg>
        <pc:spChg chg="mod">
          <ac:chgData name="Bariah Ahmad" userId="0648d156d4325605" providerId="LiveId" clId="{B2932A15-7E90-46D7-93E4-B64D1E7A69C0}" dt="2026-08-01T05:24:40.069" v="488" actId="6549"/>
          <ac:spMkLst>
            <pc:docMk/>
            <pc:sldMk cId="1448302969" sldId="5073"/>
            <ac:spMk id="21" creationId="{19F94D5A-0808-8601-7AC2-D1AD3CC2B8C6}"/>
          </ac:spMkLst>
        </pc:spChg>
        <pc:spChg chg="mod">
          <ac:chgData name="Bariah Ahmad" userId="0648d156d4325605" providerId="LiveId" clId="{B2932A15-7E90-46D7-93E4-B64D1E7A69C0}" dt="2026-08-01T05:28:29.807" v="563" actId="20577"/>
          <ac:spMkLst>
            <pc:docMk/>
            <pc:sldMk cId="1448302969" sldId="5073"/>
            <ac:spMk id="23" creationId="{3ABDAEAC-847F-153C-5535-D05AF276B082}"/>
          </ac:spMkLst>
        </pc:spChg>
        <pc:spChg chg="mod topLvl">
          <ac:chgData name="Bariah Ahmad" userId="0648d156d4325605" providerId="LiveId" clId="{B2932A15-7E90-46D7-93E4-B64D1E7A69C0}" dt="2026-07-28T07:42:11.676" v="200" actId="478"/>
          <ac:spMkLst>
            <pc:docMk/>
            <pc:sldMk cId="1448302969" sldId="5073"/>
            <ac:spMk id="24" creationId="{34AD15F8-FA94-CAD3-12B8-77F323C6F6FB}"/>
          </ac:spMkLst>
        </pc:spChg>
        <pc:spChg chg="mod topLvl">
          <ac:chgData name="Bariah Ahmad" userId="0648d156d4325605" providerId="LiveId" clId="{B2932A15-7E90-46D7-93E4-B64D1E7A69C0}" dt="2026-07-28T07:42:11.004" v="198" actId="478"/>
          <ac:spMkLst>
            <pc:docMk/>
            <pc:sldMk cId="1448302969" sldId="5073"/>
            <ac:spMk id="26" creationId="{2897BFD3-DFB9-7821-FCF0-80A1CABAF0B0}"/>
          </ac:spMkLst>
        </pc:spChg>
        <pc:spChg chg="add del mod topLvl">
          <ac:chgData name="Bariah Ahmad" userId="0648d156d4325605" providerId="LiveId" clId="{B2932A15-7E90-46D7-93E4-B64D1E7A69C0}" dt="2026-08-01T05:26:26.965" v="508"/>
          <ac:spMkLst>
            <pc:docMk/>
            <pc:sldMk cId="1448302969" sldId="5073"/>
            <ac:spMk id="30" creationId="{36387B3F-DA8D-0A37-730E-FCEF3807B862}"/>
          </ac:spMkLst>
        </pc:spChg>
        <pc:spChg chg="mod">
          <ac:chgData name="Bariah Ahmad" userId="0648d156d4325605" providerId="LiveId" clId="{B2932A15-7E90-46D7-93E4-B64D1E7A69C0}" dt="2026-08-01T05:28:16.356" v="559"/>
          <ac:spMkLst>
            <pc:docMk/>
            <pc:sldMk cId="1448302969" sldId="5073"/>
            <ac:spMk id="32" creationId="{D6474D78-9A27-9663-9E17-19B561D41FF3}"/>
          </ac:spMkLst>
        </pc:spChg>
        <pc:spChg chg="mod">
          <ac:chgData name="Bariah Ahmad" userId="0648d156d4325605" providerId="LiveId" clId="{B2932A15-7E90-46D7-93E4-B64D1E7A69C0}" dt="2026-08-01T05:29:04.083" v="572" actId="20577"/>
          <ac:spMkLst>
            <pc:docMk/>
            <pc:sldMk cId="1448302969" sldId="5073"/>
            <ac:spMk id="33" creationId="{74EE2996-7D0A-8E18-2589-0023B7884917}"/>
          </ac:spMkLst>
        </pc:spChg>
        <pc:spChg chg="mod topLvl">
          <ac:chgData name="Bariah Ahmad" userId="0648d156d4325605" providerId="LiveId" clId="{B2932A15-7E90-46D7-93E4-B64D1E7A69C0}" dt="2026-07-28T07:42:10.718" v="197" actId="478"/>
          <ac:spMkLst>
            <pc:docMk/>
            <pc:sldMk cId="1448302969" sldId="5073"/>
            <ac:spMk id="34" creationId="{EEEF8BD4-E31C-8007-914F-C7923D1423AC}"/>
          </ac:spMkLst>
        </pc:spChg>
        <pc:spChg chg="add del mod topLvl">
          <ac:chgData name="Bariah Ahmad" userId="0648d156d4325605" providerId="LiveId" clId="{B2932A15-7E90-46D7-93E4-B64D1E7A69C0}" dt="2026-08-01T05:27:10.738" v="517"/>
          <ac:spMkLst>
            <pc:docMk/>
            <pc:sldMk cId="1448302969" sldId="5073"/>
            <ac:spMk id="37" creationId="{08CD23F6-0764-6EDC-2522-8B04ED262363}"/>
          </ac:spMkLst>
        </pc:spChg>
        <pc:spChg chg="mod">
          <ac:chgData name="Bariah Ahmad" userId="0648d156d4325605" providerId="LiveId" clId="{B2932A15-7E90-46D7-93E4-B64D1E7A69C0}" dt="2026-08-01T05:28:16.356" v="559"/>
          <ac:spMkLst>
            <pc:docMk/>
            <pc:sldMk cId="1448302969" sldId="5073"/>
            <ac:spMk id="39" creationId="{9FC17EDA-37E3-B6A3-0D5F-61484A35FFEF}"/>
          </ac:spMkLst>
        </pc:spChg>
        <pc:spChg chg="mod">
          <ac:chgData name="Bariah Ahmad" userId="0648d156d4325605" providerId="LiveId" clId="{B2932A15-7E90-46D7-93E4-B64D1E7A69C0}" dt="2026-08-01T05:28:26.456" v="561" actId="20577"/>
          <ac:spMkLst>
            <pc:docMk/>
            <pc:sldMk cId="1448302969" sldId="5073"/>
            <ac:spMk id="40" creationId="{73BA4866-23D3-1E1D-20B6-E31D07F8F523}"/>
          </ac:spMkLst>
        </pc:spChg>
        <pc:grpChg chg="add mod">
          <ac:chgData name="Bariah Ahmad" userId="0648d156d4325605" providerId="LiveId" clId="{B2932A15-7E90-46D7-93E4-B64D1E7A69C0}" dt="2026-08-01T05:29:11.510" v="573" actId="14100"/>
          <ac:grpSpMkLst>
            <pc:docMk/>
            <pc:sldMk cId="1448302969" sldId="5073"/>
            <ac:grpSpMk id="6" creationId="{2152290A-518D-81EE-BF10-30D06AFE4C8D}"/>
          </ac:grpSpMkLst>
        </pc:grpChg>
        <pc:grpChg chg="add mod">
          <ac:chgData name="Bariah Ahmad" userId="0648d156d4325605" providerId="LiveId" clId="{B2932A15-7E90-46D7-93E4-B64D1E7A69C0}" dt="2026-08-01T05:28:03.447" v="557" actId="1076"/>
          <ac:grpSpMkLst>
            <pc:docMk/>
            <pc:sldMk cId="1448302969" sldId="5073"/>
            <ac:grpSpMk id="12" creationId="{BF39EAB7-9762-F42C-7FDE-3D77ECBC0196}"/>
          </ac:grpSpMkLst>
        </pc:grpChg>
        <pc:grpChg chg="add mod">
          <ac:chgData name="Bariah Ahmad" userId="0648d156d4325605" providerId="LiveId" clId="{B2932A15-7E90-46D7-93E4-B64D1E7A69C0}" dt="2026-08-01T05:28:21.402" v="560" actId="1076"/>
          <ac:grpSpMkLst>
            <pc:docMk/>
            <pc:sldMk cId="1448302969" sldId="5073"/>
            <ac:grpSpMk id="31" creationId="{7A9BE3DF-53CD-3D5A-E8FB-8B8C16858092}"/>
          </ac:grpSpMkLst>
        </pc:grpChg>
        <pc:grpChg chg="add mod">
          <ac:chgData name="Bariah Ahmad" userId="0648d156d4325605" providerId="LiveId" clId="{B2932A15-7E90-46D7-93E4-B64D1E7A69C0}" dt="2026-08-01T05:28:21.402" v="560" actId="1076"/>
          <ac:grpSpMkLst>
            <pc:docMk/>
            <pc:sldMk cId="1448302969" sldId="5073"/>
            <ac:grpSpMk id="38" creationId="{CE33AD43-0D86-5B5A-5D01-B08263AD9FFD}"/>
          </ac:grpSpMkLst>
        </pc:grpChg>
        <pc:grpChg chg="add del">
          <ac:chgData name="Bariah Ahmad" userId="0648d156d4325605" providerId="LiveId" clId="{B2932A15-7E90-46D7-93E4-B64D1E7A69C0}" dt="2026-07-28T07:42:11.676" v="200" actId="478"/>
          <ac:grpSpMkLst>
            <pc:docMk/>
            <pc:sldMk cId="1448302969" sldId="5073"/>
            <ac:grpSpMk id="54" creationId="{6C473B9A-8822-07BC-371F-8E162615084C}"/>
          </ac:grpSpMkLst>
        </pc:grpChg>
        <pc:grpChg chg="add del">
          <ac:chgData name="Bariah Ahmad" userId="0648d156d4325605" providerId="LiveId" clId="{B2932A15-7E90-46D7-93E4-B64D1E7A69C0}" dt="2026-07-28T07:42:11.324" v="199" actId="478"/>
          <ac:grpSpMkLst>
            <pc:docMk/>
            <pc:sldMk cId="1448302969" sldId="5073"/>
            <ac:grpSpMk id="55" creationId="{4D9C7B15-FF37-66A7-1C5D-E7FF643D1D62}"/>
          </ac:grpSpMkLst>
        </pc:grpChg>
        <pc:grpChg chg="add del mod">
          <ac:chgData name="Bariah Ahmad" userId="0648d156d4325605" providerId="LiveId" clId="{B2932A15-7E90-46D7-93E4-B64D1E7A69C0}" dt="2026-08-01T05:29:13.489" v="574" actId="14100"/>
          <ac:grpSpMkLst>
            <pc:docMk/>
            <pc:sldMk cId="1448302969" sldId="5073"/>
            <ac:grpSpMk id="57" creationId="{A442E40D-C04A-9DC6-74C4-88919B674C1A}"/>
          </ac:grpSpMkLst>
        </pc:grpChg>
        <pc:grpChg chg="add del">
          <ac:chgData name="Bariah Ahmad" userId="0648d156d4325605" providerId="LiveId" clId="{B2932A15-7E90-46D7-93E4-B64D1E7A69C0}" dt="2026-07-28T07:42:10.430" v="196" actId="478"/>
          <ac:grpSpMkLst>
            <pc:docMk/>
            <pc:sldMk cId="1448302969" sldId="5073"/>
            <ac:grpSpMk id="59" creationId="{124E43ED-49C9-B5DD-19EF-ED9C366BC431}"/>
          </ac:grpSpMkLst>
        </pc:grpChg>
        <pc:grpChg chg="add del">
          <ac:chgData name="Bariah Ahmad" userId="0648d156d4325605" providerId="LiveId" clId="{B2932A15-7E90-46D7-93E4-B64D1E7A69C0}" dt="2026-07-28T07:42:10.718" v="197" actId="478"/>
          <ac:grpSpMkLst>
            <pc:docMk/>
            <pc:sldMk cId="1448302969" sldId="5073"/>
            <ac:grpSpMk id="60" creationId="{CFEDD140-7A44-644F-AD93-16ADAFE70A44}"/>
          </ac:grpSpMkLst>
        </pc:grpChg>
      </pc:sldChg>
      <pc:sldChg chg="modSp mod modNotesTx">
        <pc:chgData name="Bariah Ahmad" userId="0648d156d4325605" providerId="LiveId" clId="{B2932A15-7E90-46D7-93E4-B64D1E7A69C0}" dt="2026-08-01T05:24:05.481" v="483" actId="20577"/>
        <pc:sldMkLst>
          <pc:docMk/>
          <pc:sldMk cId="348201389" sldId="5074"/>
        </pc:sldMkLst>
        <pc:spChg chg="mod">
          <ac:chgData name="Bariah Ahmad" userId="0648d156d4325605" providerId="LiveId" clId="{B2932A15-7E90-46D7-93E4-B64D1E7A69C0}" dt="2026-08-01T05:18:59.677" v="260"/>
          <ac:spMkLst>
            <pc:docMk/>
            <pc:sldMk cId="348201389" sldId="5074"/>
            <ac:spMk id="3" creationId="{41C39662-0AAD-9F7F-8FA5-A0031E355533}"/>
          </ac:spMkLst>
        </pc:spChg>
        <pc:spChg chg="mod">
          <ac:chgData name="Bariah Ahmad" userId="0648d156d4325605" providerId="LiveId" clId="{B2932A15-7E90-46D7-93E4-B64D1E7A69C0}" dt="2026-08-01T05:18:45.744" v="257" actId="20577"/>
          <ac:spMkLst>
            <pc:docMk/>
            <pc:sldMk cId="348201389" sldId="5074"/>
            <ac:spMk id="9" creationId="{1758177F-E301-FCBB-32FF-B95432AC1E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CA8EA-268C-9240-A93C-AAC79D8999C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C05A5-7321-AF4F-BADD-6247ABA7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9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6270D-E73E-22F4-3AE4-6FD76FEE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24D71-73A3-583C-9771-DB4F7727C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490F2-FEC4-32EB-CD41-3FCDC67E3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200" b="1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KURSUS KERJA BANGUNAN – PEMBINAAN LANDSKAP LUAR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PL06: </a:t>
            </a:r>
            <a:r>
              <a:rPr lang="fi-FI" sz="1200" b="1" dirty="0">
                <a:solidFill>
                  <a:schemeClr val="tx1"/>
                </a:solidFill>
                <a:cs typeface="Calibri" panose="020F0502020204030204" pitchFamily="34" charset="0"/>
              </a:rPr>
              <a:t>Pengurusan Operasi Pembinaan Landskap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FBA85-9022-6746-C336-F928DC574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C05A5-7321-AF4F-BADD-6247ABA70E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05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200" b="1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KURSUS KERJA BANGUNAN – PEMBINAAN LANDSKAP LUAR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PL06: </a:t>
            </a:r>
            <a:r>
              <a:rPr lang="fi-FI" sz="1200" b="1" dirty="0">
                <a:solidFill>
                  <a:schemeClr val="tx1"/>
                </a:solidFill>
                <a:cs typeface="Calibri" panose="020F0502020204030204" pitchFamily="34" charset="0"/>
              </a:rPr>
              <a:t>Pengurusan Operasi Pembinaan Landskap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Objektif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pembelajaran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pakej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latihan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menyeluruh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MY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proses memula kerja,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 pembinaan landskap,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 landskap,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penjagaan dan penyelenggaraan,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pengurusan kualiti projek,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perlindungan dan penambahbaikan alam sekitar, serta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sv-S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demobilisasi.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C05A5-7321-AF4F-BADD-6247ABA70E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B202-424C-A709-66B5-F0CB0B01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E1CF5-8644-A5EC-D006-15FE0E4E2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403F9-3F11-6306-A13E-E3168D264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200" b="1" kern="1200" dirty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rPr>
              <a:t>KURSUS KERJA BANGUNAN – PEMBINAAN LANDSKAP LUAR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PL06: </a:t>
            </a:r>
            <a:r>
              <a:rPr lang="fi-FI" sz="1200" b="1" dirty="0">
                <a:solidFill>
                  <a:schemeClr val="tx1"/>
                </a:solidFill>
                <a:cs typeface="Calibri" panose="020F0502020204030204" pitchFamily="34" charset="0"/>
              </a:rPr>
              <a:t>Pengurusan Operasi Pembinaan Landskap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Senarai</a:t>
            </a:r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Topik bagi </a:t>
            </a:r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Pengurusan</a:t>
            </a:r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Operasi</a:t>
            </a:r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Pembinaan </a:t>
            </a:r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Landskap</a:t>
            </a:r>
            <a:endParaRPr lang="en-MY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Pakej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Latihan ini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mengandungi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tujuh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topik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berikut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 1: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Proses Memula Kerja</a:t>
            </a:r>
          </a:p>
          <a:p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 2: </a:t>
            </a:r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</a:t>
            </a:r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Pembinaan </a:t>
            </a:r>
            <a:r>
              <a:rPr lang="en-MY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Landskap</a:t>
            </a:r>
            <a:endParaRPr lang="en-MY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 3: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Landskap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 4: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Penjagaan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Penyelenggaraan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 5: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Pengurusan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Kualiti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Perlindungan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Penambahbaikan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Sekitar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Demobilisasi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Mari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mulakan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dengan topik </a:t>
            </a:r>
            <a:r>
              <a:rPr lang="en-MY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MY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284C7-B9FF-5FD1-9D38-C66B27801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C05A5-7321-AF4F-BADD-6247ABA70E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17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35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B2182B-4038-41C3-019B-38E13D6A2C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18997" y="591208"/>
            <a:ext cx="8787275" cy="5675584"/>
          </a:xfrm>
          <a:custGeom>
            <a:avLst/>
            <a:gdLst>
              <a:gd name="connsiteX0" fmla="*/ 0 w 8787275"/>
              <a:gd name="connsiteY0" fmla="*/ 0 h 5675584"/>
              <a:gd name="connsiteX1" fmla="*/ 8787275 w 8787275"/>
              <a:gd name="connsiteY1" fmla="*/ 0 h 5675584"/>
              <a:gd name="connsiteX2" fmla="*/ 8787275 w 8787275"/>
              <a:gd name="connsiteY2" fmla="*/ 5675584 h 5675584"/>
              <a:gd name="connsiteX3" fmla="*/ 0 w 8787275"/>
              <a:gd name="connsiteY3" fmla="*/ 5675584 h 567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87275" h="5675584">
                <a:moveTo>
                  <a:pt x="0" y="0"/>
                </a:moveTo>
                <a:lnTo>
                  <a:pt x="8787275" y="0"/>
                </a:lnTo>
                <a:lnTo>
                  <a:pt x="8787275" y="5675584"/>
                </a:lnTo>
                <a:lnTo>
                  <a:pt x="0" y="567558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indefinite" autoRev="1" fill="hold" grpId="1" nodeType="withEffect">
                                  <p:stCondLst>
                                    <p:cond delay="16500"/>
                                  </p:stCondLst>
                                  <p:childTnLst>
                                    <p:animMotion origin="layout" path="M 1.04167E-6 0 L -0.06172 0 " pathEditMode="relative" rAng="0" ptsTypes="AA">
                                      <p:cBhvr>
                                        <p:cTn id="10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3088B3-81DD-FB17-13BE-90F7249765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48903" y="3428997"/>
            <a:ext cx="3143783" cy="3428998"/>
          </a:xfrm>
          <a:custGeom>
            <a:avLst/>
            <a:gdLst>
              <a:gd name="connsiteX0" fmla="*/ 0 w 3143783"/>
              <a:gd name="connsiteY0" fmla="*/ 0 h 3428998"/>
              <a:gd name="connsiteX1" fmla="*/ 3143783 w 3143783"/>
              <a:gd name="connsiteY1" fmla="*/ 0 h 3428998"/>
              <a:gd name="connsiteX2" fmla="*/ 3143783 w 3143783"/>
              <a:gd name="connsiteY2" fmla="*/ 3428998 h 3428998"/>
              <a:gd name="connsiteX3" fmla="*/ 0 w 3143783"/>
              <a:gd name="connsiteY3" fmla="*/ 3428998 h 342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783" h="3428998">
                <a:moveTo>
                  <a:pt x="0" y="0"/>
                </a:moveTo>
                <a:lnTo>
                  <a:pt x="3143783" y="0"/>
                </a:lnTo>
                <a:lnTo>
                  <a:pt x="3143783" y="3428998"/>
                </a:lnTo>
                <a:lnTo>
                  <a:pt x="0" y="342899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5C6063-1B18-34DC-B266-32D60EBB74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120" y="-1"/>
            <a:ext cx="3143783" cy="3428998"/>
          </a:xfrm>
          <a:custGeom>
            <a:avLst/>
            <a:gdLst>
              <a:gd name="connsiteX0" fmla="*/ 0 w 3143783"/>
              <a:gd name="connsiteY0" fmla="*/ 0 h 3428998"/>
              <a:gd name="connsiteX1" fmla="*/ 3143783 w 3143783"/>
              <a:gd name="connsiteY1" fmla="*/ 0 h 3428998"/>
              <a:gd name="connsiteX2" fmla="*/ 3143783 w 3143783"/>
              <a:gd name="connsiteY2" fmla="*/ 3428998 h 3428998"/>
              <a:gd name="connsiteX3" fmla="*/ 0 w 3143783"/>
              <a:gd name="connsiteY3" fmla="*/ 3428998 h 342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783" h="3428998">
                <a:moveTo>
                  <a:pt x="0" y="0"/>
                </a:moveTo>
                <a:lnTo>
                  <a:pt x="3143783" y="0"/>
                </a:lnTo>
                <a:lnTo>
                  <a:pt x="3143783" y="3428998"/>
                </a:lnTo>
                <a:lnTo>
                  <a:pt x="0" y="342899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6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797700D-0768-84DB-CFE2-F86F2CE201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6206" y="3429000"/>
            <a:ext cx="3525795" cy="2560838"/>
          </a:xfrm>
          <a:custGeom>
            <a:avLst/>
            <a:gdLst>
              <a:gd name="connsiteX0" fmla="*/ 0 w 3525795"/>
              <a:gd name="connsiteY0" fmla="*/ 0 h 2560838"/>
              <a:gd name="connsiteX1" fmla="*/ 3525795 w 3525795"/>
              <a:gd name="connsiteY1" fmla="*/ 0 h 2560838"/>
              <a:gd name="connsiteX2" fmla="*/ 3525795 w 3525795"/>
              <a:gd name="connsiteY2" fmla="*/ 2560838 h 2560838"/>
              <a:gd name="connsiteX3" fmla="*/ 0 w 3525795"/>
              <a:gd name="connsiteY3" fmla="*/ 2560838 h 2560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5795" h="2560838">
                <a:moveTo>
                  <a:pt x="0" y="0"/>
                </a:moveTo>
                <a:lnTo>
                  <a:pt x="3525795" y="0"/>
                </a:lnTo>
                <a:lnTo>
                  <a:pt x="3525795" y="2560838"/>
                </a:lnTo>
                <a:lnTo>
                  <a:pt x="0" y="256083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4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546D6E-F5E7-12C9-9BA0-07418A64A1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66206" y="868162"/>
            <a:ext cx="3525795" cy="2560838"/>
          </a:xfrm>
          <a:custGeom>
            <a:avLst/>
            <a:gdLst>
              <a:gd name="connsiteX0" fmla="*/ 0 w 3525795"/>
              <a:gd name="connsiteY0" fmla="*/ 0 h 2560838"/>
              <a:gd name="connsiteX1" fmla="*/ 3525795 w 3525795"/>
              <a:gd name="connsiteY1" fmla="*/ 0 h 2560838"/>
              <a:gd name="connsiteX2" fmla="*/ 3525795 w 3525795"/>
              <a:gd name="connsiteY2" fmla="*/ 2560838 h 2560838"/>
              <a:gd name="connsiteX3" fmla="*/ 0 w 3525795"/>
              <a:gd name="connsiteY3" fmla="*/ 2560838 h 2560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5795" h="2560838">
                <a:moveTo>
                  <a:pt x="0" y="0"/>
                </a:moveTo>
                <a:lnTo>
                  <a:pt x="3525795" y="0"/>
                </a:lnTo>
                <a:lnTo>
                  <a:pt x="3525795" y="2560838"/>
                </a:lnTo>
                <a:lnTo>
                  <a:pt x="0" y="256083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23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9A2C1-868B-E048-BC42-05B15F48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19099"/>
            <a:ext cx="11125200" cy="4639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175A4-F8EA-2E4A-A9FC-8E6DA130C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60500"/>
            <a:ext cx="111252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A472-F704-9D4A-AE43-BF8DA1CC6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96606" y="6445229"/>
            <a:ext cx="756781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2896C5E-20F6-5143-9F77-A8D16BC84A78}" type="datetimeFigureOut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EDD9-B49B-1342-9401-0E870BD26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45229"/>
            <a:ext cx="9237947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51E2-0E41-A34C-8D98-2FD15D190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646" y="6445229"/>
            <a:ext cx="879953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14EC2E2-0820-654D-85EB-EBA0A2E7E8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2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56" userDrawn="1">
          <p15:clr>
            <a:srgbClr val="F26B43"/>
          </p15:clr>
        </p15:guide>
        <p15:guide id="3" pos="722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1FC5-99DC-BE95-CAD1-D169A687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39662-0AAD-9F7F-8FA5-A0031E3555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636591"/>
            <a:ext cx="11125200" cy="463985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MY" sz="2400" b="1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Pakej</a:t>
            </a:r>
            <a:r>
              <a:rPr lang="en-MY" sz="2400" b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 Latihan 06: </a:t>
            </a:r>
            <a:r>
              <a:rPr lang="fi-FI" sz="2400" b="1" dirty="0">
                <a:solidFill>
                  <a:schemeClr val="tx1"/>
                </a:solidFill>
                <a:cs typeface="Calibri" panose="020F0502020204030204" pitchFamily="34" charset="0"/>
              </a:rPr>
              <a:t>Pengurusan Operasi Pembinaan Landskap</a:t>
            </a:r>
            <a:endParaRPr lang="en-MY" sz="2400" b="1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2;p1">
            <a:extLst>
              <a:ext uri="{FF2B5EF4-FFF2-40B4-BE49-F238E27FC236}">
                <a16:creationId xmlns:a16="http://schemas.microsoft.com/office/drawing/2014/main" id="{612878C3-6186-C828-0D83-9F0651596F6D}"/>
              </a:ext>
            </a:extLst>
          </p:cNvPr>
          <p:cNvSpPr txBox="1"/>
          <p:nvPr/>
        </p:nvSpPr>
        <p:spPr>
          <a:xfrm>
            <a:off x="-3065147" y="0"/>
            <a:ext cx="2880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Slide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Montaj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 Latihan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Note to MMD: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Images related to the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 Latihan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Untuk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slide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ini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, VO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perlu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sebut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Latihan</a:t>
            </a:r>
            <a:b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</a:b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bukan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kosong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, dan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seterusnya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.</a:t>
            </a:r>
            <a:b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</a:b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Contoh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:</a:t>
            </a:r>
            <a:b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</a:b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Latihan 1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Pengurusan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Operasi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Perniagaan</a:t>
            </a:r>
            <a:endParaRPr lang="en-US" sz="1600" b="1" dirty="0">
              <a:solidFill>
                <a:schemeClr val="dk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4CE4B-B7DA-0A7B-592D-35EFC9538A49}"/>
              </a:ext>
            </a:extLst>
          </p:cNvPr>
          <p:cNvSpPr txBox="1"/>
          <p:nvPr/>
        </p:nvSpPr>
        <p:spPr>
          <a:xfrm>
            <a:off x="1170133" y="2120949"/>
            <a:ext cx="7496456" cy="589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4600"/>
              </a:lnSpc>
              <a:spcBef>
                <a:spcPts val="1000"/>
              </a:spcBef>
            </a:pPr>
            <a:r>
              <a:rPr lang="en-US" sz="40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Montaj</a:t>
            </a:r>
            <a:r>
              <a:rPr lang="en-US" sz="4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PL (Images)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8177F-E301-FCBB-32FF-B95432AC1EB6}"/>
              </a:ext>
            </a:extLst>
          </p:cNvPr>
          <p:cNvSpPr txBox="1"/>
          <p:nvPr/>
        </p:nvSpPr>
        <p:spPr>
          <a:xfrm>
            <a:off x="1170132" y="2710854"/>
            <a:ext cx="10297967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24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400" b="1" dirty="0">
                <a:latin typeface="+mj-lt"/>
                <a:cs typeface="Calibri" panose="020F0502020204030204" pitchFamily="34" charset="0"/>
              </a:rPr>
              <a:t>KURSUS KERJA BANGUNAN – PEMBINAAN LANDSKAP LUAR</a:t>
            </a:r>
          </a:p>
          <a:p>
            <a:endParaRPr lang="fi-FI" sz="2400" b="1" dirty="0">
              <a:latin typeface="+mj-lt"/>
              <a:cs typeface="Calibri" panose="020F0502020204030204" pitchFamily="34" charset="0"/>
            </a:endParaRPr>
          </a:p>
          <a:p>
            <a:r>
              <a:rPr lang="fi-FI" sz="2400" b="1" dirty="0">
                <a:latin typeface="+mj-lt"/>
                <a:cs typeface="Calibri" panose="020F0502020204030204" pitchFamily="34" charset="0"/>
              </a:rPr>
              <a:t>PAKEJ LATIHAN 06: PENGURUSAN OPERASI PEMBINAAN LANDSKAP</a:t>
            </a:r>
          </a:p>
          <a:p>
            <a:endParaRPr lang="en-US" sz="2400" b="1" dirty="0">
              <a:latin typeface="+mj-lt"/>
              <a:cs typeface="Calibri" panose="020F0502020204030204" pitchFamily="34" charset="0"/>
            </a:endParaRPr>
          </a:p>
          <a:p>
            <a:r>
              <a:rPr lang="en-US" sz="2400" b="1" dirty="0">
                <a:latin typeface="+mj-lt"/>
                <a:cs typeface="Calibri" panose="020F0502020204030204" pitchFamily="34" charset="0"/>
              </a:rPr>
              <a:t>Logo CIDB</a:t>
            </a:r>
            <a:endParaRPr lang="en-ID" sz="2400" b="1" dirty="0">
              <a:latin typeface="+mj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20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B90088-D100-DD14-152C-B80AE2FDA9A2}"/>
              </a:ext>
            </a:extLst>
          </p:cNvPr>
          <p:cNvSpPr txBox="1"/>
          <p:nvPr/>
        </p:nvSpPr>
        <p:spPr>
          <a:xfrm>
            <a:off x="1193480" y="2353212"/>
            <a:ext cx="2629895" cy="6890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dirty="0" err="1">
                <a:solidFill>
                  <a:schemeClr val="accent1"/>
                </a:solidFill>
                <a:latin typeface="+mj-lt"/>
                <a:ea typeface="Roboto Light" panose="02000000000000000000" pitchFamily="2" charset="0"/>
              </a:rPr>
              <a:t>Objektif</a:t>
            </a:r>
            <a:endParaRPr lang="en-US" sz="3600" b="1" dirty="0">
              <a:solidFill>
                <a:schemeClr val="accent1"/>
              </a:solidFill>
              <a:latin typeface="+mj-lt"/>
              <a:ea typeface="Roboto Light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D899A-7781-730A-8DC2-BA36258CEEEB}"/>
              </a:ext>
            </a:extLst>
          </p:cNvPr>
          <p:cNvSpPr txBox="1"/>
          <p:nvPr/>
        </p:nvSpPr>
        <p:spPr>
          <a:xfrm>
            <a:off x="1193480" y="3191364"/>
            <a:ext cx="1027461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Pada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akhir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pembelajaran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pakej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latihan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ini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anda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akan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dapat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memahami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dengan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mendalam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tentang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pengurusan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operasi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pembinaan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landskap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merangkumi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proses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memula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kerja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elemen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pembinaan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landskap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komponen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landskap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penjagaan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dan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penyelenggaraan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pengurusan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kualiti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projek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perlindungan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dan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penambahbaikan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alam</a:t>
            </a:r>
            <a:r>
              <a:rPr lang="en-US" dirty="0">
                <a:solidFill>
                  <a:schemeClr val="tx2"/>
                </a:solidFill>
                <a:ea typeface="Roboto Light" panose="02000000000000000000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sekitar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ea typeface="Roboto Light" panose="02000000000000000000" pitchFamily="2" charset="0"/>
              </a:rPr>
              <a:t>demobilisasi</a:t>
            </a:r>
            <a:endParaRPr lang="en-US" dirty="0">
              <a:solidFill>
                <a:schemeClr val="tx2"/>
              </a:solidFill>
              <a:ea typeface="Roboto Light" panose="02000000000000000000" pitchFamily="2" charset="0"/>
            </a:endParaRPr>
          </a:p>
        </p:txBody>
      </p:sp>
      <p:sp>
        <p:nvSpPr>
          <p:cNvPr id="4" name="Google Shape;102;p1">
            <a:extLst>
              <a:ext uri="{FF2B5EF4-FFF2-40B4-BE49-F238E27FC236}">
                <a16:creationId xmlns:a16="http://schemas.microsoft.com/office/drawing/2014/main" id="{15AB0BB9-EFA1-4C52-2B11-0511142E9B72}"/>
              </a:ext>
            </a:extLst>
          </p:cNvPr>
          <p:cNvSpPr txBox="1"/>
          <p:nvPr/>
        </p:nvSpPr>
        <p:spPr>
          <a:xfrm>
            <a:off x="-3068004" y="0"/>
            <a:ext cx="2880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Slide 2</a:t>
            </a:r>
          </a:p>
          <a:p>
            <a:pPr lvl="0"/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Objektif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Latihan</a:t>
            </a:r>
          </a:p>
          <a:p>
            <a:pPr lvl="0"/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lvl="0"/>
            <a:r>
              <a:rPr lang="en-US" sz="1600" b="1" u="sng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Note to MMD: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Kursus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&amp; PL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tidak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perlu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lagi</a:t>
            </a: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</p:txBody>
      </p:sp>
      <p:sp>
        <p:nvSpPr>
          <p:cNvPr id="25" name="Title 2">
            <a:extLst>
              <a:ext uri="{FF2B5EF4-FFF2-40B4-BE49-F238E27FC236}">
                <a16:creationId xmlns:a16="http://schemas.microsoft.com/office/drawing/2014/main" id="{2379D9A1-8856-70ED-ED53-EE00E087E53E}"/>
              </a:ext>
            </a:extLst>
          </p:cNvPr>
          <p:cNvSpPr txBox="1">
            <a:spLocks/>
          </p:cNvSpPr>
          <p:nvPr/>
        </p:nvSpPr>
        <p:spPr>
          <a:xfrm>
            <a:off x="0" y="-636591"/>
            <a:ext cx="11125200" cy="4639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MY" sz="2400" b="1" dirty="0" err="1">
                <a:solidFill>
                  <a:schemeClr val="tx1"/>
                </a:solidFill>
              </a:rPr>
              <a:t>Objektif</a:t>
            </a:r>
            <a:r>
              <a:rPr lang="en-MY" sz="2400" b="1" dirty="0">
                <a:solidFill>
                  <a:schemeClr val="tx1"/>
                </a:solidFill>
              </a:rPr>
              <a:t> </a:t>
            </a:r>
            <a:r>
              <a:rPr lang="en-MY" sz="2400" b="1" dirty="0" err="1">
                <a:solidFill>
                  <a:schemeClr val="tx1"/>
                </a:solidFill>
              </a:rPr>
              <a:t>Pakej</a:t>
            </a:r>
            <a:r>
              <a:rPr lang="en-MY" sz="2400" b="1" dirty="0">
                <a:solidFill>
                  <a:schemeClr val="tx1"/>
                </a:solidFill>
              </a:rPr>
              <a:t> Latihan 06</a:t>
            </a:r>
            <a:endParaRPr lang="en-MY" sz="2400" b="1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98D2A-0904-D82F-DD06-890B72EC8CCD}"/>
              </a:ext>
            </a:extLst>
          </p:cNvPr>
          <p:cNvSpPr txBox="1"/>
          <p:nvPr/>
        </p:nvSpPr>
        <p:spPr>
          <a:xfrm>
            <a:off x="617990" y="1193527"/>
            <a:ext cx="108501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3900"/>
              </a:lnSpc>
              <a:defRPr/>
            </a:pPr>
            <a:r>
              <a:rPr lang="fi-FI" sz="4000" b="1" dirty="0">
                <a:solidFill>
                  <a:sysClr val="windowText" lastClr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PENGURUSAN OPERASI PEMBINAAN LANDSKAP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24F4D-69BA-A24D-9199-DEBACCBC88A6}"/>
              </a:ext>
            </a:extLst>
          </p:cNvPr>
          <p:cNvSpPr txBox="1"/>
          <p:nvPr/>
        </p:nvSpPr>
        <p:spPr>
          <a:xfrm>
            <a:off x="617990" y="445334"/>
            <a:ext cx="3939308" cy="59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400"/>
              </a:lnSpc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PL06: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946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D191-0817-974E-0C6A-56CE294CE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2;p1">
            <a:extLst>
              <a:ext uri="{FF2B5EF4-FFF2-40B4-BE49-F238E27FC236}">
                <a16:creationId xmlns:a16="http://schemas.microsoft.com/office/drawing/2014/main" id="{91470C3C-C573-8CB6-86FB-715CA109839F}"/>
              </a:ext>
            </a:extLst>
          </p:cNvPr>
          <p:cNvSpPr txBox="1"/>
          <p:nvPr/>
        </p:nvSpPr>
        <p:spPr>
          <a:xfrm>
            <a:off x="-3068004" y="0"/>
            <a:ext cx="2880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Slide 3</a:t>
            </a:r>
          </a:p>
          <a:p>
            <a:pPr lvl="0"/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Senarai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Topik</a:t>
            </a: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  <a:p>
            <a:pPr lvl="0"/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  <a:p>
            <a:pPr lvl="0"/>
            <a:r>
              <a:rPr lang="en-US" sz="1600" b="1" u="sng" dirty="0">
                <a:solidFill>
                  <a:schemeClr val="dk1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Note to MMD: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Kursus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&amp; PL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tidak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perlu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lagi</a:t>
            </a: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bukan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kosong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, dan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seterusnya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</p:txBody>
      </p:sp>
      <p:grpSp>
        <p:nvGrpSpPr>
          <p:cNvPr id="54" name="Group 011">
            <a:extLst>
              <a:ext uri="{FF2B5EF4-FFF2-40B4-BE49-F238E27FC236}">
                <a16:creationId xmlns:a16="http://schemas.microsoft.com/office/drawing/2014/main" id="{6C473B9A-8822-07BC-371F-8E162615084C}"/>
              </a:ext>
            </a:extLst>
          </p:cNvPr>
          <p:cNvGrpSpPr/>
          <p:nvPr/>
        </p:nvGrpSpPr>
        <p:grpSpPr>
          <a:xfrm>
            <a:off x="1445604" y="2187929"/>
            <a:ext cx="2743200" cy="1097280"/>
            <a:chOff x="4242151" y="1619829"/>
            <a:chExt cx="2743200" cy="1097280"/>
          </a:xfrm>
        </p:grpSpPr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34AD15F8-FA94-CAD3-12B8-77F323C6F6FB}"/>
                </a:ext>
              </a:extLst>
            </p:cNvPr>
            <p:cNvSpPr/>
            <p:nvPr/>
          </p:nvSpPr>
          <p:spPr>
            <a:xfrm>
              <a:off x="4242151" y="1619829"/>
              <a:ext cx="274320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Pengurusan Operasi Perniagaan">
              <a:extLst>
                <a:ext uri="{FF2B5EF4-FFF2-40B4-BE49-F238E27FC236}">
                  <a16:creationId xmlns:a16="http://schemas.microsoft.com/office/drawing/2014/main" id="{30342BD7-47A8-F476-43B0-32C37E5A99C9}"/>
                </a:ext>
              </a:extLst>
            </p:cNvPr>
            <p:cNvSpPr txBox="1"/>
            <p:nvPr/>
          </p:nvSpPr>
          <p:spPr>
            <a:xfrm>
              <a:off x="4701562" y="1744669"/>
              <a:ext cx="2261606" cy="335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1: </a:t>
              </a:r>
              <a:r>
                <a:rPr lang="nl-NL" sz="1600" dirty="0">
                  <a:ea typeface="Roboto Light" panose="02000000000000000000" pitchFamily="2" charset="0"/>
                </a:rPr>
                <a:t>Proses Memula Kerja</a:t>
              </a:r>
              <a:endParaRPr lang="en-US" sz="1600" i="1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10" name="PL01">
            <a:extLst>
              <a:ext uri="{FF2B5EF4-FFF2-40B4-BE49-F238E27FC236}">
                <a16:creationId xmlns:a16="http://schemas.microsoft.com/office/drawing/2014/main" id="{72EBCB56-D3AF-3806-3305-BE69ED19A6B4}"/>
              </a:ext>
            </a:extLst>
          </p:cNvPr>
          <p:cNvGrpSpPr/>
          <p:nvPr/>
        </p:nvGrpSpPr>
        <p:grpSpPr>
          <a:xfrm>
            <a:off x="1075355" y="1917040"/>
            <a:ext cx="640080" cy="731520"/>
            <a:chOff x="4174099" y="921836"/>
            <a:chExt cx="1005840" cy="1258767"/>
          </a:xfrm>
        </p:grpSpPr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79349FC3-C69A-036C-B6F1-4CC72A9871C9}"/>
                </a:ext>
              </a:extLst>
            </p:cNvPr>
            <p:cNvSpPr/>
            <p:nvPr/>
          </p:nvSpPr>
          <p:spPr>
            <a:xfrm rot="10800000" flipH="1">
              <a:off x="4473713" y="1860111"/>
              <a:ext cx="541108" cy="3204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F3E979-4D3B-8215-B5F2-766509DC4BCA}"/>
                </a:ext>
              </a:extLst>
            </p:cNvPr>
            <p:cNvSpPr/>
            <p:nvPr/>
          </p:nvSpPr>
          <p:spPr>
            <a:xfrm>
              <a:off x="4174099" y="921836"/>
              <a:ext cx="1005840" cy="1005840"/>
            </a:xfrm>
            <a:prstGeom prst="rect">
              <a:avLst/>
            </a:prstGeom>
            <a:solidFill>
              <a:srgbClr val="17B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01</a:t>
              </a:r>
            </a:p>
          </p:txBody>
        </p:sp>
      </p:grpSp>
      <p:grpSp>
        <p:nvGrpSpPr>
          <p:cNvPr id="55" name="Group 022">
            <a:extLst>
              <a:ext uri="{FF2B5EF4-FFF2-40B4-BE49-F238E27FC236}">
                <a16:creationId xmlns:a16="http://schemas.microsoft.com/office/drawing/2014/main" id="{4D9C7B15-FF37-66A7-1C5D-E7FF643D1D62}"/>
              </a:ext>
            </a:extLst>
          </p:cNvPr>
          <p:cNvGrpSpPr/>
          <p:nvPr/>
        </p:nvGrpSpPr>
        <p:grpSpPr>
          <a:xfrm>
            <a:off x="4822605" y="2187929"/>
            <a:ext cx="2743200" cy="1097280"/>
            <a:chOff x="6729421" y="1619829"/>
            <a:chExt cx="2743200" cy="1097280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E45007CA-6866-CCCE-19EA-671CDF16E84C}"/>
                </a:ext>
              </a:extLst>
            </p:cNvPr>
            <p:cNvSpPr/>
            <p:nvPr/>
          </p:nvSpPr>
          <p:spPr>
            <a:xfrm>
              <a:off x="6729421" y="1619829"/>
              <a:ext cx="274320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6" name="Pengurusan Tender">
              <a:extLst>
                <a:ext uri="{FF2B5EF4-FFF2-40B4-BE49-F238E27FC236}">
                  <a16:creationId xmlns:a16="http://schemas.microsoft.com/office/drawing/2014/main" id="{5577838E-B9E2-7044-66AF-9AEC764077F2}"/>
                </a:ext>
              </a:extLst>
            </p:cNvPr>
            <p:cNvSpPr txBox="1"/>
            <p:nvPr/>
          </p:nvSpPr>
          <p:spPr>
            <a:xfrm>
              <a:off x="7279890" y="1744668"/>
              <a:ext cx="2136248" cy="5186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2: </a:t>
              </a:r>
              <a:r>
                <a:rPr lang="sv-SE" sz="1600" dirty="0">
                  <a:ea typeface="Roboto Light" panose="02000000000000000000" pitchFamily="2" charset="0"/>
                </a:rPr>
                <a:t>Elemen Pembinaan Landskap</a:t>
              </a:r>
            </a:p>
          </p:txBody>
        </p:sp>
      </p:grpSp>
      <p:grpSp>
        <p:nvGrpSpPr>
          <p:cNvPr id="25" name="PL02">
            <a:extLst>
              <a:ext uri="{FF2B5EF4-FFF2-40B4-BE49-F238E27FC236}">
                <a16:creationId xmlns:a16="http://schemas.microsoft.com/office/drawing/2014/main" id="{36797908-F359-8AA2-C2A9-6BA4A4986C71}"/>
              </a:ext>
            </a:extLst>
          </p:cNvPr>
          <p:cNvGrpSpPr/>
          <p:nvPr/>
        </p:nvGrpSpPr>
        <p:grpSpPr>
          <a:xfrm>
            <a:off x="4449807" y="1917040"/>
            <a:ext cx="640080" cy="731520"/>
            <a:chOff x="6836833" y="921836"/>
            <a:chExt cx="1005840" cy="1258767"/>
          </a:xfrm>
        </p:grpSpPr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E6B4CBD2-2990-F1B7-5D47-3AFF81385FF0}"/>
                </a:ext>
              </a:extLst>
            </p:cNvPr>
            <p:cNvSpPr/>
            <p:nvPr/>
          </p:nvSpPr>
          <p:spPr>
            <a:xfrm rot="10800000" flipH="1">
              <a:off x="7136447" y="1860111"/>
              <a:ext cx="541108" cy="32049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434B84-D377-CA34-4E9F-C216D5BFE4F8}"/>
                </a:ext>
              </a:extLst>
            </p:cNvPr>
            <p:cNvSpPr/>
            <p:nvPr/>
          </p:nvSpPr>
          <p:spPr>
            <a:xfrm>
              <a:off x="6836833" y="921836"/>
              <a:ext cx="1005840" cy="10058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02</a:t>
              </a:r>
            </a:p>
          </p:txBody>
        </p:sp>
      </p:grpSp>
      <p:grpSp>
        <p:nvGrpSpPr>
          <p:cNvPr id="57" name="Group 033">
            <a:extLst>
              <a:ext uri="{FF2B5EF4-FFF2-40B4-BE49-F238E27FC236}">
                <a16:creationId xmlns:a16="http://schemas.microsoft.com/office/drawing/2014/main" id="{A442E40D-C04A-9DC6-74C4-88919B674C1A}"/>
              </a:ext>
            </a:extLst>
          </p:cNvPr>
          <p:cNvGrpSpPr/>
          <p:nvPr/>
        </p:nvGrpSpPr>
        <p:grpSpPr>
          <a:xfrm>
            <a:off x="8165518" y="2187929"/>
            <a:ext cx="2780737" cy="1097280"/>
            <a:chOff x="9199844" y="1619829"/>
            <a:chExt cx="2560320" cy="1097280"/>
          </a:xfrm>
        </p:grpSpPr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2897BFD3-DFB9-7821-FCF0-80A1CABAF0B0}"/>
                </a:ext>
              </a:extLst>
            </p:cNvPr>
            <p:cNvSpPr/>
            <p:nvPr/>
          </p:nvSpPr>
          <p:spPr>
            <a:xfrm>
              <a:off x="9199844" y="1619829"/>
              <a:ext cx="256032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0" name="Pelaksanaan Pengurusan Kontrak">
              <a:extLst>
                <a:ext uri="{FF2B5EF4-FFF2-40B4-BE49-F238E27FC236}">
                  <a16:creationId xmlns:a16="http://schemas.microsoft.com/office/drawing/2014/main" id="{36387B3F-DA8D-0A37-730E-FCEF3807B862}"/>
                </a:ext>
              </a:extLst>
            </p:cNvPr>
            <p:cNvSpPr txBox="1"/>
            <p:nvPr/>
          </p:nvSpPr>
          <p:spPr>
            <a:xfrm>
              <a:off x="9649261" y="1744668"/>
              <a:ext cx="2101278" cy="5186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3: </a:t>
              </a:r>
              <a:r>
                <a:rPr lang="en-US" sz="1600" dirty="0" err="1">
                  <a:ea typeface="Roboto Light" panose="02000000000000000000" pitchFamily="2" charset="0"/>
                </a:rPr>
                <a:t>Komponen</a:t>
              </a:r>
              <a:r>
                <a:rPr lang="en-US" sz="1600" dirty="0">
                  <a:ea typeface="Roboto Light" panose="02000000000000000000" pitchFamily="2" charset="0"/>
                </a:rPr>
                <a:t> </a:t>
              </a:r>
              <a:r>
                <a:rPr lang="en-US" sz="1600" dirty="0" err="1">
                  <a:ea typeface="Roboto Light" panose="02000000000000000000" pitchFamily="2" charset="0"/>
                </a:rPr>
                <a:t>Landskap</a:t>
              </a:r>
              <a:endParaRPr lang="en-US" sz="1600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28" name="PL03">
            <a:extLst>
              <a:ext uri="{FF2B5EF4-FFF2-40B4-BE49-F238E27FC236}">
                <a16:creationId xmlns:a16="http://schemas.microsoft.com/office/drawing/2014/main" id="{6D06E130-3633-C5FB-DD38-1BFF1877D767}"/>
              </a:ext>
            </a:extLst>
          </p:cNvPr>
          <p:cNvGrpSpPr/>
          <p:nvPr/>
        </p:nvGrpSpPr>
        <p:grpSpPr>
          <a:xfrm>
            <a:off x="7794627" y="1917040"/>
            <a:ext cx="640080" cy="731520"/>
            <a:chOff x="9499567" y="921836"/>
            <a:chExt cx="1005840" cy="1258767"/>
          </a:xfrm>
        </p:grpSpPr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AF160EF7-16FE-01B8-6932-951DCEF457F4}"/>
                </a:ext>
              </a:extLst>
            </p:cNvPr>
            <p:cNvSpPr/>
            <p:nvPr/>
          </p:nvSpPr>
          <p:spPr>
            <a:xfrm rot="10800000" flipH="1">
              <a:off x="9799181" y="1860111"/>
              <a:ext cx="541108" cy="320492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9F5B364-6B0C-1465-A231-CD4A278DC73B}"/>
                </a:ext>
              </a:extLst>
            </p:cNvPr>
            <p:cNvSpPr/>
            <p:nvPr/>
          </p:nvSpPr>
          <p:spPr>
            <a:xfrm>
              <a:off x="9499567" y="921836"/>
              <a:ext cx="1005840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03</a:t>
              </a:r>
            </a:p>
          </p:txBody>
        </p:sp>
      </p:grpSp>
      <p:grpSp>
        <p:nvGrpSpPr>
          <p:cNvPr id="60" name="Group 044">
            <a:extLst>
              <a:ext uri="{FF2B5EF4-FFF2-40B4-BE49-F238E27FC236}">
                <a16:creationId xmlns:a16="http://schemas.microsoft.com/office/drawing/2014/main" id="{CFEDD140-7A44-644F-AD93-16ADAFE70A44}"/>
              </a:ext>
            </a:extLst>
          </p:cNvPr>
          <p:cNvGrpSpPr/>
          <p:nvPr/>
        </p:nvGrpSpPr>
        <p:grpSpPr>
          <a:xfrm>
            <a:off x="1416658" y="3723959"/>
            <a:ext cx="2743200" cy="1097280"/>
            <a:chOff x="4210068" y="4107190"/>
            <a:chExt cx="2743200" cy="1097280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EEEF8BD4-E31C-8007-914F-C7923D1423AC}"/>
                </a:ext>
              </a:extLst>
            </p:cNvPr>
            <p:cNvSpPr/>
            <p:nvPr/>
          </p:nvSpPr>
          <p:spPr>
            <a:xfrm>
              <a:off x="4210068" y="4107190"/>
              <a:ext cx="274320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7" name="Perancangan Dan Penjadualan Projek">
              <a:extLst>
                <a:ext uri="{FF2B5EF4-FFF2-40B4-BE49-F238E27FC236}">
                  <a16:creationId xmlns:a16="http://schemas.microsoft.com/office/drawing/2014/main" id="{08CD23F6-0764-6EDC-2522-8B04ED262363}"/>
                </a:ext>
              </a:extLst>
            </p:cNvPr>
            <p:cNvSpPr txBox="1"/>
            <p:nvPr/>
          </p:nvSpPr>
          <p:spPr>
            <a:xfrm>
              <a:off x="4748677" y="4259476"/>
              <a:ext cx="2031764" cy="4180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4: </a:t>
              </a:r>
              <a:r>
                <a:rPr lang="en-US" sz="1600" dirty="0" err="1">
                  <a:ea typeface="Roboto Light" panose="02000000000000000000" pitchFamily="2" charset="0"/>
                </a:rPr>
                <a:t>Penjagaan</a:t>
              </a:r>
              <a:r>
                <a:rPr lang="en-US" sz="1600" dirty="0">
                  <a:ea typeface="Roboto Light" panose="02000000000000000000" pitchFamily="2" charset="0"/>
                </a:rPr>
                <a:t> Dan </a:t>
              </a:r>
              <a:r>
                <a:rPr lang="en-US" sz="1600" dirty="0" err="1">
                  <a:ea typeface="Roboto Light" panose="02000000000000000000" pitchFamily="2" charset="0"/>
                </a:rPr>
                <a:t>Penyelenggaraan</a:t>
              </a:r>
              <a:endParaRPr lang="en-US" sz="1600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47" name="PL04">
            <a:extLst>
              <a:ext uri="{FF2B5EF4-FFF2-40B4-BE49-F238E27FC236}">
                <a16:creationId xmlns:a16="http://schemas.microsoft.com/office/drawing/2014/main" id="{99EF7622-B75F-B74F-2E35-65B3DF540848}"/>
              </a:ext>
            </a:extLst>
          </p:cNvPr>
          <p:cNvGrpSpPr/>
          <p:nvPr/>
        </p:nvGrpSpPr>
        <p:grpSpPr>
          <a:xfrm>
            <a:off x="1055081" y="3379920"/>
            <a:ext cx="640080" cy="731520"/>
            <a:chOff x="4174100" y="3730037"/>
            <a:chExt cx="1005840" cy="1258767"/>
          </a:xfrm>
        </p:grpSpPr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FBA1B4A9-8AD7-3340-1B31-91F31B77DB65}"/>
                </a:ext>
              </a:extLst>
            </p:cNvPr>
            <p:cNvSpPr/>
            <p:nvPr/>
          </p:nvSpPr>
          <p:spPr>
            <a:xfrm rot="10800000" flipH="1">
              <a:off x="4473714" y="4668312"/>
              <a:ext cx="541108" cy="32049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E3009E-7517-3AAA-27D2-043FD467C9EC}"/>
                </a:ext>
              </a:extLst>
            </p:cNvPr>
            <p:cNvSpPr/>
            <p:nvPr/>
          </p:nvSpPr>
          <p:spPr>
            <a:xfrm>
              <a:off x="4174100" y="3730037"/>
              <a:ext cx="1005840" cy="10058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04</a:t>
              </a:r>
            </a:p>
          </p:txBody>
        </p:sp>
      </p:grpSp>
      <p:grpSp>
        <p:nvGrpSpPr>
          <p:cNvPr id="59" name="Group 055">
            <a:extLst>
              <a:ext uri="{FF2B5EF4-FFF2-40B4-BE49-F238E27FC236}">
                <a16:creationId xmlns:a16="http://schemas.microsoft.com/office/drawing/2014/main" id="{124E43ED-49C9-B5DD-19EF-ED9C366BC431}"/>
              </a:ext>
            </a:extLst>
          </p:cNvPr>
          <p:cNvGrpSpPr/>
          <p:nvPr/>
        </p:nvGrpSpPr>
        <p:grpSpPr>
          <a:xfrm>
            <a:off x="4822605" y="3723959"/>
            <a:ext cx="2743200" cy="1097280"/>
            <a:chOff x="6709435" y="4107190"/>
            <a:chExt cx="2743200" cy="1097280"/>
          </a:xfrm>
        </p:grpSpPr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CA04A638-CD42-E1C8-6AA6-D5B11DECF82A}"/>
                </a:ext>
              </a:extLst>
            </p:cNvPr>
            <p:cNvSpPr/>
            <p:nvPr/>
          </p:nvSpPr>
          <p:spPr>
            <a:xfrm>
              <a:off x="6709435" y="4107190"/>
              <a:ext cx="274320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5" name="Pengurusan Operasi Pembinaan">
              <a:extLst>
                <a:ext uri="{FF2B5EF4-FFF2-40B4-BE49-F238E27FC236}">
                  <a16:creationId xmlns:a16="http://schemas.microsoft.com/office/drawing/2014/main" id="{99A91676-36F1-0935-3A31-54B15CB1B5AA}"/>
                </a:ext>
              </a:extLst>
            </p:cNvPr>
            <p:cNvSpPr txBox="1"/>
            <p:nvPr/>
          </p:nvSpPr>
          <p:spPr>
            <a:xfrm>
              <a:off x="7317181" y="4259476"/>
              <a:ext cx="1973220" cy="730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5: </a:t>
              </a:r>
              <a:r>
                <a:rPr lang="en-US" sz="1600" dirty="0" err="1">
                  <a:ea typeface="Roboto Light" panose="02000000000000000000" pitchFamily="2" charset="0"/>
                </a:rPr>
                <a:t>Pengurusan</a:t>
              </a:r>
              <a:r>
                <a:rPr lang="en-US" sz="1600" dirty="0">
                  <a:ea typeface="Roboto Light" panose="02000000000000000000" pitchFamily="2" charset="0"/>
                </a:rPr>
                <a:t> </a:t>
              </a:r>
              <a:r>
                <a:rPr lang="en-US" sz="1600" dirty="0" err="1">
                  <a:ea typeface="Roboto Light" panose="02000000000000000000" pitchFamily="2" charset="0"/>
                </a:rPr>
                <a:t>Kualiti</a:t>
              </a:r>
              <a:r>
                <a:rPr lang="en-US" sz="1600" dirty="0">
                  <a:ea typeface="Roboto Light" panose="02000000000000000000" pitchFamily="2" charset="0"/>
                </a:rPr>
                <a:t> </a:t>
              </a:r>
              <a:r>
                <a:rPr lang="en-US" sz="1600" dirty="0" err="1">
                  <a:ea typeface="Roboto Light" panose="02000000000000000000" pitchFamily="2" charset="0"/>
                </a:rPr>
                <a:t>Projek</a:t>
              </a:r>
              <a:endParaRPr lang="en-US" sz="1600" dirty="0">
                <a:ea typeface="Roboto Light" panose="02000000000000000000" pitchFamily="2" charset="0"/>
              </a:endParaRPr>
            </a:p>
            <a:p>
              <a:pPr>
                <a:lnSpc>
                  <a:spcPct val="90000"/>
                </a:lnSpc>
              </a:pPr>
              <a:endParaRPr lang="en-US" sz="1600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48" name="PL05">
            <a:extLst>
              <a:ext uri="{FF2B5EF4-FFF2-40B4-BE49-F238E27FC236}">
                <a16:creationId xmlns:a16="http://schemas.microsoft.com/office/drawing/2014/main" id="{B8BDACD3-D50A-F6BD-B373-A727EF14BFC9}"/>
              </a:ext>
            </a:extLst>
          </p:cNvPr>
          <p:cNvGrpSpPr/>
          <p:nvPr/>
        </p:nvGrpSpPr>
        <p:grpSpPr>
          <a:xfrm>
            <a:off x="4465849" y="3379920"/>
            <a:ext cx="640080" cy="731520"/>
            <a:chOff x="6848931" y="3730037"/>
            <a:chExt cx="1005840" cy="1258767"/>
          </a:xfrm>
        </p:grpSpPr>
        <p:sp>
          <p:nvSpPr>
            <p:cNvPr id="3" name="Triangle 26">
              <a:extLst>
                <a:ext uri="{FF2B5EF4-FFF2-40B4-BE49-F238E27FC236}">
                  <a16:creationId xmlns:a16="http://schemas.microsoft.com/office/drawing/2014/main" id="{22F3DD31-87A4-3671-54A6-A9F884C619DC}"/>
                </a:ext>
              </a:extLst>
            </p:cNvPr>
            <p:cNvSpPr/>
            <p:nvPr/>
          </p:nvSpPr>
          <p:spPr>
            <a:xfrm rot="10800000" flipH="1">
              <a:off x="7148545" y="4668312"/>
              <a:ext cx="541108" cy="320492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28238B-983E-B029-EB3A-91F91C2EA5E5}"/>
                </a:ext>
              </a:extLst>
            </p:cNvPr>
            <p:cNvSpPr/>
            <p:nvPr/>
          </p:nvSpPr>
          <p:spPr>
            <a:xfrm>
              <a:off x="6848931" y="3730037"/>
              <a:ext cx="1005840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05</a:t>
              </a:r>
            </a:p>
          </p:txBody>
        </p:sp>
      </p:grpSp>
      <p:sp>
        <p:nvSpPr>
          <p:cNvPr id="81" name="Title 2">
            <a:extLst>
              <a:ext uri="{FF2B5EF4-FFF2-40B4-BE49-F238E27FC236}">
                <a16:creationId xmlns:a16="http://schemas.microsoft.com/office/drawing/2014/main" id="{0A6F661F-08DA-6D25-67DF-959CB4CB1BA5}"/>
              </a:ext>
            </a:extLst>
          </p:cNvPr>
          <p:cNvSpPr txBox="1">
            <a:spLocks/>
          </p:cNvSpPr>
          <p:nvPr/>
        </p:nvSpPr>
        <p:spPr>
          <a:xfrm>
            <a:off x="0" y="-636591"/>
            <a:ext cx="11125200" cy="4639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MY" sz="2400" b="1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Senarai</a:t>
            </a:r>
            <a:r>
              <a:rPr lang="en-MY" sz="2400" b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 Topik</a:t>
            </a:r>
          </a:p>
        </p:txBody>
      </p:sp>
      <p:pic>
        <p:nvPicPr>
          <p:cNvPr id="20" name="HEADER">
            <a:extLst>
              <a:ext uri="{FF2B5EF4-FFF2-40B4-BE49-F238E27FC236}">
                <a16:creationId xmlns:a16="http://schemas.microsoft.com/office/drawing/2014/main" id="{A43ADF4E-0547-7872-E74E-6E253404DA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360" t="-32261" b="-32261"/>
          <a:stretch>
            <a:fillRect/>
          </a:stretch>
        </p:blipFill>
        <p:spPr>
          <a:xfrm flipV="1">
            <a:off x="-69400" y="182879"/>
            <a:ext cx="11362240" cy="1831725"/>
          </a:xfrm>
          <a:prstGeom prst="rect">
            <a:avLst/>
          </a:prstGeom>
        </p:spPr>
      </p:pic>
      <p:sp>
        <p:nvSpPr>
          <p:cNvPr id="21" name="Senarai Pakej Latihan">
            <a:extLst>
              <a:ext uri="{FF2B5EF4-FFF2-40B4-BE49-F238E27FC236}">
                <a16:creationId xmlns:a16="http://schemas.microsoft.com/office/drawing/2014/main" id="{19F94D5A-0808-8601-7AC2-D1AD3CC2B8C6}"/>
              </a:ext>
            </a:extLst>
          </p:cNvPr>
          <p:cNvSpPr txBox="1"/>
          <p:nvPr/>
        </p:nvSpPr>
        <p:spPr>
          <a:xfrm>
            <a:off x="1065947" y="570473"/>
            <a:ext cx="9378215" cy="493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PL01: </a:t>
            </a:r>
            <a:r>
              <a:rPr lang="fi-FI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Pengurusan Operasi Pembinaan Landskap</a:t>
            </a:r>
          </a:p>
          <a:p>
            <a:pPr>
              <a:lnSpc>
                <a:spcPct val="9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Senarai</a:t>
            </a:r>
            <a:r>
              <a:rPr lang="en-US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Topik</a:t>
            </a:r>
            <a:endParaRPr lang="en-US" sz="2400" b="1" dirty="0">
              <a:solidFill>
                <a:schemeClr val="bg1"/>
              </a:solidFill>
              <a:latin typeface="+mj-lt"/>
              <a:ea typeface="Roboto Light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90952-43A2-3029-5650-AA930B2156FE}"/>
              </a:ext>
            </a:extLst>
          </p:cNvPr>
          <p:cNvSpPr txBox="1"/>
          <p:nvPr/>
        </p:nvSpPr>
        <p:spPr>
          <a:xfrm>
            <a:off x="9152629" y="5911527"/>
            <a:ext cx="2315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[Image: Narrator Hilmi]</a:t>
            </a:r>
          </a:p>
        </p:txBody>
      </p:sp>
      <p:grpSp>
        <p:nvGrpSpPr>
          <p:cNvPr id="6" name="Group 044">
            <a:extLst>
              <a:ext uri="{FF2B5EF4-FFF2-40B4-BE49-F238E27FC236}">
                <a16:creationId xmlns:a16="http://schemas.microsoft.com/office/drawing/2014/main" id="{2152290A-518D-81EE-BF10-30D06AFE4C8D}"/>
              </a:ext>
            </a:extLst>
          </p:cNvPr>
          <p:cNvGrpSpPr/>
          <p:nvPr/>
        </p:nvGrpSpPr>
        <p:grpSpPr>
          <a:xfrm>
            <a:off x="8156204" y="3771867"/>
            <a:ext cx="2790052" cy="1097280"/>
            <a:chOff x="4210068" y="4107190"/>
            <a:chExt cx="2570373" cy="109728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4F9B2B37-EC42-4126-2457-44F5C18D0437}"/>
                </a:ext>
              </a:extLst>
            </p:cNvPr>
            <p:cNvSpPr/>
            <p:nvPr/>
          </p:nvSpPr>
          <p:spPr>
            <a:xfrm>
              <a:off x="4210068" y="4107190"/>
              <a:ext cx="256001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Perancangan Dan Penjadualan Projek">
              <a:extLst>
                <a:ext uri="{FF2B5EF4-FFF2-40B4-BE49-F238E27FC236}">
                  <a16:creationId xmlns:a16="http://schemas.microsoft.com/office/drawing/2014/main" id="{321BE050-0AEA-2169-C904-05BCF4FAC62E}"/>
                </a:ext>
              </a:extLst>
            </p:cNvPr>
            <p:cNvSpPr txBox="1"/>
            <p:nvPr/>
          </p:nvSpPr>
          <p:spPr>
            <a:xfrm>
              <a:off x="4748677" y="4259476"/>
              <a:ext cx="2031764" cy="4180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6: </a:t>
              </a:r>
              <a:r>
                <a:rPr lang="en-US" sz="1600" dirty="0" err="1">
                  <a:ea typeface="Roboto Light" panose="02000000000000000000" pitchFamily="2" charset="0"/>
                </a:rPr>
                <a:t>Perlindungan</a:t>
              </a:r>
              <a:r>
                <a:rPr lang="en-US" sz="1600" dirty="0">
                  <a:ea typeface="Roboto Light" panose="02000000000000000000" pitchFamily="2" charset="0"/>
                </a:rPr>
                <a:t> Dan </a:t>
              </a:r>
              <a:r>
                <a:rPr lang="en-US" sz="1600" dirty="0" err="1">
                  <a:ea typeface="Roboto Light" panose="02000000000000000000" pitchFamily="2" charset="0"/>
                </a:rPr>
                <a:t>Penambahbaikan</a:t>
              </a:r>
              <a:r>
                <a:rPr lang="en-US" sz="1600" dirty="0">
                  <a:ea typeface="Roboto Light" panose="02000000000000000000" pitchFamily="2" charset="0"/>
                </a:rPr>
                <a:t> Alam </a:t>
              </a:r>
              <a:r>
                <a:rPr lang="en-US" sz="1600" dirty="0" err="1">
                  <a:ea typeface="Roboto Light" panose="02000000000000000000" pitchFamily="2" charset="0"/>
                </a:rPr>
                <a:t>Sekitar</a:t>
              </a:r>
              <a:endParaRPr lang="en-US" sz="1600" dirty="0">
                <a:ea typeface="Roboto Light" panose="02000000000000000000" pitchFamily="2" charset="0"/>
              </a:endParaRPr>
            </a:p>
            <a:p>
              <a:pPr>
                <a:lnSpc>
                  <a:spcPct val="90000"/>
                </a:lnSpc>
              </a:pPr>
              <a:endParaRPr lang="en-US" sz="1600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12" name="PL04">
            <a:extLst>
              <a:ext uri="{FF2B5EF4-FFF2-40B4-BE49-F238E27FC236}">
                <a16:creationId xmlns:a16="http://schemas.microsoft.com/office/drawing/2014/main" id="{BF39EAB7-9762-F42C-7FDE-3D77ECBC0196}"/>
              </a:ext>
            </a:extLst>
          </p:cNvPr>
          <p:cNvGrpSpPr/>
          <p:nvPr/>
        </p:nvGrpSpPr>
        <p:grpSpPr>
          <a:xfrm>
            <a:off x="7794627" y="3427828"/>
            <a:ext cx="640080" cy="731520"/>
            <a:chOff x="4174100" y="3730037"/>
            <a:chExt cx="1005840" cy="1258767"/>
          </a:xfrm>
        </p:grpSpPr>
        <p:sp>
          <p:nvSpPr>
            <p:cNvPr id="19" name="Triangle 34">
              <a:extLst>
                <a:ext uri="{FF2B5EF4-FFF2-40B4-BE49-F238E27FC236}">
                  <a16:creationId xmlns:a16="http://schemas.microsoft.com/office/drawing/2014/main" id="{5CBBC24A-C494-3C6B-FCF0-73B183D3148C}"/>
                </a:ext>
              </a:extLst>
            </p:cNvPr>
            <p:cNvSpPr/>
            <p:nvPr/>
          </p:nvSpPr>
          <p:spPr>
            <a:xfrm rot="10800000" flipH="1">
              <a:off x="4473714" y="4668312"/>
              <a:ext cx="541108" cy="32049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BDAEAC-847F-153C-5535-D05AF276B082}"/>
                </a:ext>
              </a:extLst>
            </p:cNvPr>
            <p:cNvSpPr/>
            <p:nvPr/>
          </p:nvSpPr>
          <p:spPr>
            <a:xfrm>
              <a:off x="4174100" y="3730037"/>
              <a:ext cx="1005840" cy="10058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06</a:t>
              </a:r>
            </a:p>
          </p:txBody>
        </p:sp>
      </p:grpSp>
      <p:grpSp>
        <p:nvGrpSpPr>
          <p:cNvPr id="31" name="Group 011">
            <a:extLst>
              <a:ext uri="{FF2B5EF4-FFF2-40B4-BE49-F238E27FC236}">
                <a16:creationId xmlns:a16="http://schemas.microsoft.com/office/drawing/2014/main" id="{7A9BE3DF-53CD-3D5A-E8FB-8B8C16858092}"/>
              </a:ext>
            </a:extLst>
          </p:cNvPr>
          <p:cNvGrpSpPr/>
          <p:nvPr/>
        </p:nvGrpSpPr>
        <p:grpSpPr>
          <a:xfrm>
            <a:off x="1416658" y="5233988"/>
            <a:ext cx="2743200" cy="1097280"/>
            <a:chOff x="4242151" y="1619829"/>
            <a:chExt cx="2743200" cy="1097280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D6474D78-9A27-9663-9E17-19B561D41FF3}"/>
                </a:ext>
              </a:extLst>
            </p:cNvPr>
            <p:cNvSpPr/>
            <p:nvPr/>
          </p:nvSpPr>
          <p:spPr>
            <a:xfrm>
              <a:off x="4242151" y="1619829"/>
              <a:ext cx="2743200" cy="1097280"/>
            </a:xfrm>
            <a:prstGeom prst="rect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  <a:effectLst>
              <a:outerShdw blurRad="889000" dist="38100" dir="10800000" sx="100051" sy="100051" algn="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3" name="Pengurusan Operasi Perniagaan">
              <a:extLst>
                <a:ext uri="{FF2B5EF4-FFF2-40B4-BE49-F238E27FC236}">
                  <a16:creationId xmlns:a16="http://schemas.microsoft.com/office/drawing/2014/main" id="{74EE2996-7D0A-8E18-2589-0023B7884917}"/>
                </a:ext>
              </a:extLst>
            </p:cNvPr>
            <p:cNvSpPr txBox="1"/>
            <p:nvPr/>
          </p:nvSpPr>
          <p:spPr>
            <a:xfrm>
              <a:off x="4701562" y="1744669"/>
              <a:ext cx="2261606" cy="335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 err="1">
                  <a:ea typeface="Roboto Light" panose="02000000000000000000" pitchFamily="2" charset="0"/>
                </a:rPr>
                <a:t>Topik</a:t>
              </a:r>
              <a:r>
                <a:rPr lang="en-US" sz="1600" dirty="0">
                  <a:ea typeface="Roboto Light" panose="02000000000000000000" pitchFamily="2" charset="0"/>
                </a:rPr>
                <a:t> 7: </a:t>
              </a:r>
              <a:r>
                <a:rPr lang="nl-NL" sz="1600" dirty="0">
                  <a:ea typeface="Roboto Light" panose="02000000000000000000" pitchFamily="2" charset="0"/>
                </a:rPr>
                <a:t>Demobilisasi</a:t>
              </a:r>
              <a:endParaRPr lang="en-US" sz="1600" i="1" dirty="0">
                <a:ea typeface="Roboto Light" panose="02000000000000000000" pitchFamily="2" charset="0"/>
              </a:endParaRPr>
            </a:p>
          </p:txBody>
        </p:sp>
      </p:grpSp>
      <p:grpSp>
        <p:nvGrpSpPr>
          <p:cNvPr id="38" name="PL01">
            <a:extLst>
              <a:ext uri="{FF2B5EF4-FFF2-40B4-BE49-F238E27FC236}">
                <a16:creationId xmlns:a16="http://schemas.microsoft.com/office/drawing/2014/main" id="{CE33AD43-0D86-5B5A-5D01-B08263AD9FFD}"/>
              </a:ext>
            </a:extLst>
          </p:cNvPr>
          <p:cNvGrpSpPr/>
          <p:nvPr/>
        </p:nvGrpSpPr>
        <p:grpSpPr>
          <a:xfrm>
            <a:off x="1046409" y="4963099"/>
            <a:ext cx="640080" cy="731520"/>
            <a:chOff x="4174099" y="921836"/>
            <a:chExt cx="1005840" cy="1258767"/>
          </a:xfrm>
        </p:grpSpPr>
        <p:sp>
          <p:nvSpPr>
            <p:cNvPr id="39" name="Triangle 21">
              <a:extLst>
                <a:ext uri="{FF2B5EF4-FFF2-40B4-BE49-F238E27FC236}">
                  <a16:creationId xmlns:a16="http://schemas.microsoft.com/office/drawing/2014/main" id="{9FC17EDA-37E3-B6A3-0D5F-61484A35FFEF}"/>
                </a:ext>
              </a:extLst>
            </p:cNvPr>
            <p:cNvSpPr/>
            <p:nvPr/>
          </p:nvSpPr>
          <p:spPr>
            <a:xfrm rot="10800000" flipH="1">
              <a:off x="4473713" y="1860111"/>
              <a:ext cx="541108" cy="3204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3BA4866-23D3-1E1D-20B6-E31D07F8F523}"/>
                </a:ext>
              </a:extLst>
            </p:cNvPr>
            <p:cNvSpPr/>
            <p:nvPr/>
          </p:nvSpPr>
          <p:spPr>
            <a:xfrm>
              <a:off x="4174099" y="921836"/>
              <a:ext cx="1005840" cy="1005840"/>
            </a:xfrm>
            <a:prstGeom prst="rect">
              <a:avLst/>
            </a:prstGeom>
            <a:solidFill>
              <a:srgbClr val="17B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07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4830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ISPRING_FIRST_PUBLISH" val="1"/>
  <p:tag name="ISPRING-SUITE_ISPRING_CURRENT_PLAYER_ID" val="universal"/>
  <p:tag name="ISPRING_PRESENTATION_COURSE_TITLE" val="MMD_KAK_PL1_T1_1_B1_V2"/>
  <p:tag name="ISPRING_LMS_API_VERSION" val="SCORM 2004 (4th edition)"/>
  <p:tag name="ISPRING_ULTRA_SCORM_COURSE_ID" val="DC8FA8F0-C7D4-4252-AD7C-C7ACF6350A60"/>
  <p:tag name="ISPRING_CMI5_LAUNCH_METHOD" val="any window"/>
  <p:tag name="ISPRINGCLOUDFOLDERID" val="1"/>
  <p:tag name="ISPRINGONLINEFOLDERID" val="1"/>
  <p:tag name="ISPRING_SCORM_RATE_SLIDES" val="0"/>
  <p:tag name="FLASHSPRING_ZOOM_TAG" val="81"/>
  <p:tag name="ISPRING_UUID" val="{14AF07AC-E6DE-4F59-8DD5-EDDAAC45A0A8}"/>
  <p:tag name="ISPRING_OUTPUT_FOLDER" val="[[&quot;jn\uFFFDx{B61D0EE0-C651-4963-B832-A5E6E5130F07}&quot;,&quot;D:\\KERJA DANIEL\\CIDB CYCLE 6 KAK\\MMD\\PL 06\\Topik 3\\B2&quot;],[&quot;\\\uFFFDc\uFFFD{B61D0EE0-C651-4963-B832-A5E6E5130F07}&quot;,&quot;D:\\PROJECTS 2025\\CIDB\\CYCLE 6\\DEVELOPMENT MMD\\MODUL 01 KAK\\KAK PL01 Toha&amp;Fatin&amp;Hanin&amp;Jalil(FATIN)\\T6 Fatin\\BAHAGIAN 01&quot;],[&quot;\rA\uFFFD\b{D1FD95F9-3B72-4E81-9A6B-D73D80FA7CE4}&quot;,&quot;C:\\Users\\HP\\OneDrive\\Desktop\\KAK Cycle 6\\MMD&quot;]]"/>
  <p:tag name="ISPRING_RESOURCE_FOLDER" val="D:\KERJA DANIEL\CIDB CYCLE 6 KAK\MMD\PL 06\Topik 3\B2\MMD_KAK_PL6_T3_B2_V4\"/>
  <p:tag name="ISPRING_PRESENTATION_PATH" val="D:\KERJA DANIEL\CIDB CYCLE 6 KAK\MMD\PL 06\Topik 3\B2\MMD_KAK_PL6_T3_B2_V4.pptx"/>
  <p:tag name="ISPRING_PRESENTATION_INFO_2" val="&lt;?xml version=&quot;1.0&quot; encoding=&quot;UTF-8&quot; standalone=&quot;no&quot; ?&gt;&#10;&lt;presentation2&gt;&#10;&#10;  &lt;slides&gt;&#10;    &lt;slide id=&quot;{39398302-8860-4C57-B1DA-7E1B72916567}&quot; pptId=&quot;966&quot;/&gt;&#10;    &lt;slide id=&quot;{4B426B2A-E039-4357-967E-75B11D0A4F24}&quot; pptId=&quot;950&quot;/&gt;&#10;    &lt;slide id=&quot;{8ABFB2CD-5147-411F-8377-3F08730A9254}&quot; pptId=&quot;374&quot;/&gt;&#10;    &lt;slide id=&quot;{E8E638DA-A09E-42B1-A4B0-C99C4BB88106}&quot; pptId=&quot;944&quot;/&gt;&#10;    &lt;slide id=&quot;{9B7AE88E-EA23-4310-B237-CA69478D0664}&quot; pptId=&quot;984&quot;/&gt;&#10;    &lt;slide id=&quot;{73139AF6-EDA1-4A0D-A458-6F0B02FE4D76}&quot; pptId=&quot;260&quot;/&gt;&#10;    &lt;slide id=&quot;{15D19AFC-1754-434B-A77D-1D315AF8DE80}&quot; pptId=&quot;986&quot;/&gt;&#10;    &lt;slide id=&quot;{5F1484B7-C2D2-442B-BC81-2C20F73CDD04}&quot; pptId=&quot;956&quot;/&gt;&#10;    &lt;slide id=&quot;{31B0145C-48CF-434D-BB10-154742CA5A35}&quot; pptId=&quot;962&quot;/&gt;&#10;    &lt;slide id=&quot;{357367E7-F858-4062-965B-A292652E11B7}&quot; pptId=&quot;985&quot;/&gt;&#10;    &lt;slide id=&quot;{09BAC1B2-AF21-4923-9417-9EBF2712B685}&quot; pptId=&quot;964&quot;/&gt;&#10;    &lt;slide id=&quot;{E98E031A-D9D3-4E56-8149-7265E9A6B7CC}&quot; pptId=&quot;963&quot;/&gt;&#10;    &lt;slide id=&quot;{E5B5C554-644C-4EB0-AB1B-61073CCA8248}&quot; pptId=&quot;987&quot;/&gt;&#10;    &lt;slide id=&quot;{DDF4564E-CFF2-495C-AD2D-F2AB8B277406}&quot; pptId=&quot;983&quot;/&gt;&#10;  &lt;/slides&gt;&#10;&#10;  &lt;narration&gt;&#10;    &lt;audioTracks/&gt;&#10;    &lt;videoTracks/&gt;&#10;  &lt;/narration&gt;&#10;&#10;&lt;/presentation2&gt;&#10;"/>
  <p:tag name="ISPRING_SCREEN_RECS_UPDATED" val="D:\KERJA DANIEL\CIDB CYCLE 6 KAK\MMD\PL 06\Topik 3\B2\MMD_KAK_PL6_T3_B2_V4\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8064A2&quot;,&quot;opacity&quot;:1,&quot;type&quot;:&quot;SOLID&quot;},&quot;primaryButtonBackgroundHover&quot;:{&quot;color&quot;:&quot;#614C77&quot;,&quot;opacity&quot;:1,&quot;type&quot;:&quot;SOLID&quot;},&quot;primaryButtonBorder&quot;:{&quot;color&quot;:&quot;#8064A2&quot;,&quot;opacity&quot;:1,&quot;type&quot;:&quot;SOLID&quot;},&quot;primaryButtonBorderHover&quot;:{&quot;color&quot;:&quot;#614C77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FFFFF&quot;,&quot;opacity&quot;:1,&quot;type&quot;:&quot;SOLID&quot;},&quot;secondaryButtonBackgroundHover&quot;:{&quot;color&quot;:&quot;#F2F2F2&quot;,&quot;opacity&quot;:1,&quot;type&quot;:&quot;SOLID&quot;},&quot;secondaryButtonBorder&quot;:{&quot;color&quot;:&quot;#E6E6E6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4C77&quot;,&quot;opacity&quot;:1,&quot;type&quot;:&quot;SOLID&quot;}},&quot;controlPanel&quot;:{&quot;navigationMode&quot;:&quot;bySlides&quot;,&quot;progressBar&quot;:{&quot;enabled&quot;:true,&quot;mode&quot;:&quot;slideTimeline&quot;,&quot;showLabels&quot;:true,&quot;visible&quot;:true},&quot;showCCButton&quot;:false,&quot;showNextButton&quot;:true,&quot;showOutline&quot;:false,&quot;showPlayPause&quot;:true,&quot;showPlaybackRateButton&quot;:false,&quot;showPrevButton&quot;:true,&quot;showRewind&quot;:true,&quot;showSlideNumbers&quot;:true,&quot;showSlideOnlyButton&quot;:true,&quot;showSubtitlesButton&quot;:false,&quot;showTimer&quot;:false,&quot;showVolumeControl&quot;:true,&quot;visible&quot;:true},&quot;fontFamily&quot;:&quot;Open Sans&quot;,&quot;miniskinCustomizationEnabled&quot;:true,&quot;outlinePanel&quot;:{&quot;highlightViewedEntries&quot;:true,&quot;multilevel&quot;:true,&quot;numberEntries&quot;:false,&quot;search&quot;:true,&quot;thumbnails&quot;:true},&quot;sidePanel&quot;:{&quot;showAtLeft&quot;:false,&quot;showLogo&quot;:false,&quot;showNotes&quot;:true,&quot;showOutline&quot;:true,&quot;showPresenterInfo&quot;:false,&quot;showPresenterVideo&quot;:false,&quot;visible&quot;:true},&quot;titlePanel&quot;:{&quot;buttons&quot;:[&quot;markerTools&quot;,&quot;presenterInfo&quot;,&quot;attachments&quot;],&quot;buttonsAtLeft&quot;:true,&quot;courseTitleVisible&quot;:false,&quot;showLogo&quot;:false,&quot;visible&quot;:false},&quot;version&quot;:&quot;1.2&quot;},&quot;skinMessages&quot;:{&quot;PB_ACCESSIBLE_ARIA_LABEL_BACK_TO_BEGIN&quot;:&quot;Go to the beginning of the slide&quot;,&quot;PB_ACCESSIBLE_ARIA_LABEL_BOTTOM_PANEL&quot;:&quot;Bottom Bar&quot;,&quot;PB_ACCESSIBLE_ARIA_LABEL_NAVIGATION_BUTTONS&quot;:&quot;Navigation buttons&quot;,&quot;PB_ACCESSIBLE_ARIA_LABEL_SETTINGS&quot;:&quot;Accessibility Settings&quot;,&quot;PB_ACCESSIBLE_ARIA_LABEL_SLIDE&quot;:&quot;Slide&quot;,&quot;PB_ACCESSIBLE_ARIA_LABEL_TOP_PANEL&quot;:&quot;Top Bar&quot;,&quot;PB_ACCESSIBLE_AUDIO_NARRATION_LABEL&quot;:&quot;Audio narration&quot;,&quot;PB_ACCESSIBLE_AUDIO_SUBTITLES_LABEL&quot;:&quot;Closed Captions&quot;,&quot;PB_ACCESSIBLE_NAVIGATION_NEXT_BUTTON&quot;:&quot;Next&quot;,&quot;PB_ACCESSIBLE_NAVIGATION_PREV_BUTTON&quot;:&quot;Previous&quot;,&quot;PB_ACCESSIBLE_SKIN_ENABLE_ACCESSIBILITY_MODE&quot;:&quot;Turn on accessibility mode&quot;,&quot;PB_ACCESSIBLE_SKIN_ENABLE_NORMAL_MODE&quot;:&quot;Turn off accessibility mode&quot;,&quot;PB_ACCESSIBLE_SKIN_PRESENTER_PHOTO&quot;:&quot;Presenter photo&quot;,&quot;PB_ACCESSIBLE_SLIDE_N_OF_COUNT&quot;:&quot;Slide %QUESTION_NUMBER% of %TOTAL_QUESTIONS%&quot;,&quot;PB_ACCESSIBLE_VIDEO_NARRATION_LABEL&quot;:&quot;Video narration&quot;,&quot;PB_ACCESSIBLE_WATERMARK_SKIN_CREATED_WITH&quot;:&quot;Created with iSpring evaluation version&quot;,&quot;PB_ATTACHMENT_DOCUMENT_SUBTITLE&quot;:&quot;Document&quot;,&quot;PB_ATTACHMENT_FILE_SUBTITLE&quot;:&quot;File&quot;,&quot;PB_ATTACHMENT_IMAGE_SUBTITLE&quot;:&quot;Picture&quot;,&quot;PB_ATTACHMENT_LINK_SUBTITLE&quot;:&quot;Link&quot;,&quot;PB_ATTACHMENT_VIDEO_SUBTITLE&quot;:&quot;Video&quot;,&quot;PB_BACK_TO_APP_BUTTON_LABEL&quot;:&quot;Back&quot;,&quot;PB_CONTROL_PANEL_CLOSED_CAPTIONS&quot;:&quot;Notes&quot;,&quot;PB_CONTROL_PANEL_EXIT_FULL_SCREEN&quot;:&quot;Exit full screen&quot;,&quot;PB_CONTROL_PANEL_FULL_SCREEN&quot;:&quot;Full screen&quot;,&quot;PB_CONTROL_PANEL_NEXT&quot;:&quot;SETERUSNYA&quot;,&quot;PB_CONTROL_PANEL_OUTLINE&quot;:&quot;OUTLINE&quot;,&quot;PB_CONTROL_PANEL_PREV&quot;:&quot;SEBELUM&quot;,&quot;PB_CONTROL_PANEL_REPLAY&quot;:&quot;Replay&quot;,&quot;PB_CONTROL_PANEL_SLIDE_COUNTER&quot;:&quot;%SLIDE_NUMBER% of %TOTAL_SLIDES%&quot;,&quot;PB_CONTROL_PANEL_SUBTITLES&quot;:&quot;Closed Captions&quot;,&quot;PB_CONTROL_PANEL_VOLUME_CONTROL&quot;:&quot;Volume&quot;,&quot;PB_CURRENT_SLIDE_IS_NOT_COMPLETED&quot;:&quot;You have to view the entire slide to continue&quot;,&quot;PB_DOMAIN_RESTRICTION&quot;:&quot;Sorry, the author has disabled viewing the presentation on this domain.&quot;,&quot;PB_DRAWING_TOOLS_END_DRAWING&quot;:&quot;End Drawing&quot;,&quot;PB_DRAWING_TOOLS_ERASER&quot;:&quot;Eraser&quot;,&quot;PB_DRAWING_TOOLS_ERASE_ALL&quot;:&quot;Erase All&quot;,&quot;PB_DRAWING_TOOLS_HIGHLIGHTER&quot;:&quot;Highlighter&quot;,&quot;PB_DRAWING_TOOLS_PEN&quot;:&quot;Pen&quot;,&quot;PB_ENTER_PASSWORD&quot;:&quot;Enter a password to view the presentation&quot;,&quot;PB_INCORRECT_PASSWORD&quot;:&quot;The password is incorrect&quot;,&quot;PB_INTERACTION_SLIDE_WINDOW_TEXT&quot;:&quot;You must complete the interaction before leaving this slide.&quot;,&quot;PB_MESSAGE_BOX_NO&quot;:&quot;TIDAK&quot;,&quot;PB_MESSAGE_BOX_OK&quot;:&quot;OK&quot;,&quot;PB_MESSAGE_BOX_YES&quot;:&quot;YA&quot;,&quot;PB_NAVIGATION_IS_RESTRICTED&quot;:&quot;You can only access previously viewed slides.&quot;,&quot;PB_NAVIGATION_IS_SEQUENTIAL&quot;:&quot;You have to view the slides in the given order.&quot;,&quot;PB_PLAYBACK_RATE_MENU_CAPTION&quot;:&quot;Speed&quot;,&quot;PB_PRECEDING_QUIZ_FAILED_WINDOW_TEXT&quot;:&quot;You may not advance because you did not pass the quiz at slide %SLIDE_INDEX%.&quot;,&quot;PB_PRECEDING_QUIZ_NOT_COMPLETED_WINDOW_TEXT&quot;:&quot;You must attempt the quiz at slide %SLIDE_INDEX% to advance.&quot;,&quot;PB_PRECEDING_QUIZ_NOT_PASSED_WINDOW_TEXT&quot;:&quot;You must pass the quiz at slide %SLIDE_INDEX% to advance.&quot;,&quot;PB_PRECEDING_SCENARIO_FAILED_WINDOW_TEXT&quot;:&quot;You may not advance because you did not pass the simulation at slide %SLIDE_INDEX%.&quot;,&quot;PB_PRECEDING_SCENARIO_NOT_COMPLETED_WINDOW_TEXT&quot;:&quot;You must attempt the simulation at slide %SLIDE_INDEX% to advance.&quot;,&quot;PB_PRECEDING_SCENARIO_NOT_PASSED_WINDOW_TEXT&quot;:&quot;You must pass the simulation at slide %SLIDE_INDEX% to advance.&quot;,&quot;PB_PRESENTER_COLLAPSE_BIO&quot;:&quot;Show less&quot;,&quot;PB_PRESENTER_EMAIL&quot;:&quot;Email&quot;,&quot;PB_PRESENTER_EXPAND_BIO&quot;:&quot;Show more&quot;,&quot;PB_PRESENTER_NO_INFO&quot;:&quot;No Presenter Info&quot;,&quot;PB_PRESENTER_WEBSITE&quot;:&quot;Website&quot;,&quot;PB_QUIZ_SLIDE_WINDOW_TEXT&quot;:&quot;You must complete the quiz before leaving this slide.&quot;,&quot;PB_RATE_MENU_CAPTION&quot;:&quot;Speed&quot;,&quot;PB_RATE_MENU_DEFAULT_RATE&quot;:&quot;Normal&quot;,&quot;PB_RESUME_PRESENTATION_WINDOW_TEXT&quot;:&quot;Adakah anda ingin menyambung semula pembelajaran daripada slaid terakhir yang dilihat?&quot;,&quot;PB_SCENARIO_SLIDE_WINDOW_TEXT&quot;:&quot;You must complete the simulation before leaving this slide.&quot;,&quot;PB_SEARCH_CANCEL&quot;:&quot;Cancel&quot;,&quot;PB_SEARCH_NO_RESULTS_LABEL&quot;:&quot;No matches found&quot;,&quot;PB_SEARCH_PANEL_DEFAULT_TEXT&quot;:&quot;Search&quot;,&quot;PB_SEARCH_RESULTS_LABEL&quot;:&quot;SEARCH RESULTS:&quot;,&quot;PB_SEARCH_RESULT_IN_NOTES&quot;:&quot;in notes&quot;,&quot;PB_SEARCH_RESULT_IN_TEXT_LABEL&quot;:&quot;[Slide text]&quot;,&quot;PB_SUBTITLES_MENU_CAPTION&quot;:&quot;Subtitles&quot;,&quot;PB_SUBTITLES_OFF&quot;:&quot;Off&quot;,&quot;PB_TAB_NOTES_LABEL&quot;:&quot;SKRIP&quot;,&quot;PB_TAB_OUTLINE_LABEL&quot;:&quot;RANGKA KURSUS&quot;,&quot;PB_TIME_RESTRICTION&quot;:&quot;Sorry, the author has disabled viewing the presentation at the moment.&quot;,&quot;PB_TITLE_PANEL_ATTACHMENTS&quot;:&quot;Bahan Tambahan&quot;,&quot;PB_TITLE_PANEL_MARKER_TOOLS&quot;:&quot;Marker Tools&quot;,&quot;PB_TITLE_PANEL_NOTES&quot;:&quot;Notes&quot;,&quot;PB_TITLE_PANEL_OUTLINE&quot;:&quot;Outline&quot;,&quot;PB_TITLE_PANEL_PRESENTER_INFO&quot;:&quot;Butiran Pengajar&quot;,&quot;PB_TREE_CONTROL_LOADING&quot;:&quot;Loading…&quot;,&quot;PB_VIDEO_WINDOW_NO_VIDEO_LABEL&quot;:&quot;No video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3,&quot;skinCompatibleVersion&quot;:0,&quot;publishSettings&quot;:{&quot;backgroundColor&quot;:&quot;#DCDEE0&quot;,&quot;playerDimensions&quot;:{&quot;height&quot;:92,&quot;width&quot;:296},&quot;playerModule&quot;:&quot;UniversalHtml&quot;,&quot;presentationContent&quot;:{&quot;metadata&quot;:{&quot;references&quot;:false,&quot;texts&quot;:[&quot;DT_SLIDE_NOTES_HTML&quot;,&quot;DT_SLIDE_NOTES_TEXT&quot;,&quot;DT_SLIDE_TITLE&quot;,&quot;DT_SLIDE_NOTES_TEXT&quot;,&quot;DT_SLIDE_TEXT&quot;,&quot;DT_HYPERLINK_TOOLTIP&quot;]},&quot;resources&quot;:{&quot;attachments&quot;:false,&quot;fonts&quot;:[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&quot;,&quot;fontFamily&quot;:&quot;Open Sans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b&quot;,&quot;fontFamily&quot;:&quot;Open Sans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i&quot;,&quot;fontFamily&quot;:&quot;Open Sans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bi&quot;,&quot;fontFamily&quot;:&quot;Open Sans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sb&quot;,&quot;fontFamily&quot;:&quot;Open Sans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sbi&quot;,&quot;fontFamily&quot;:&quot;Open Sans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playAndPause,replay,fullscreen,volumeControl,slideNumber,goToPrev,goToNext&quot;,&quot;playerLayoutHeader&quot;:&quot;&quot;,&quot;playerLayoutHeaderButtonsPosition&quot;:&quot;&quot;,&quot;playerLayoutOutline&quot;:&quot;enableSearch,showThumbnails,highlightViewedSlides,enableMultilevel&quot;,&quot;playerLayoutProgress&quot;:&quot;enabledNavigation,showLabels&quot;,&quot;playerLayoutProgressMode&quot;:&quot;slideTimeline&quot;,&quot;playerLayoutSidebar&quot;:&quot;notes,outline&quot;,&quot;playerLayoutSidebarPosition&quot;:&quot;right&quot;,&quot;playerMessages&quot;:&quot;custom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custom&quot;,&quot;playerThemeFont&quot;:&quot;Open Sans&quot;}}}"/>
  <p:tag name="ISPRING_ULTRA_SCORM_COURCE_TITLE" val="MMD_KAK_PL1_T6_T3_B2_V4"/>
  <p:tag name="ISPRING_PRESENTATION_TITLE" val="MMD_KAK_PL1_T6_T3_B2_V4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SLIDE_UID" val="{90D6DDB6-1FA9-4B2F-90EF-DC0C05FA4E39}:966"/>
  <p:tag name="GENSWF_ADVANCE_TIME" val="33.500"/>
  <p:tag name="ISPRING_SLIDE_ID_2" val="{BB0E00DA-E1AB-4577-86EA-CE2969A9EA98}"/>
  <p:tag name="ISPRING_SLIDE_BRANCHING_PROPERTIES" val="&lt;BranchingProperties&gt;&lt;nextAction&gt;&lt;action&gt;0&lt;/action&gt;&lt;/nextAction&gt;&lt;prevAction&gt;&lt;action&gt;1&lt;/action&gt;&lt;/prevAction&gt;&lt;lock&gt;0&lt;/lock&gt;&lt;/BranchingProperties&gt;&#10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GENSWF_SLIDE_UID" val="{0075E81F-FF54-4801-9246-EF65C6165DB9}:372"/>
  <p:tag name="GENSWF_ADVANCE_TIME" val="20.612"/>
  <p:tag name="ISPRING_CUSTOM_TIMING_USED" val="1"/>
  <p:tag name="GENSWF_SLIDE_TITLE" val="Tujuan Pakej Latihan 1"/>
  <p:tag name="ISPRING_PLAYER_PLAYLIST_ID" val="3b25a1dda71897dfecc91471d17e96e124055998"/>
  <p:tag name="ISPRING_SLIDE_ID_2" val="{F423950A-0F74-44A8-ABFC-DF4C4F7C6C7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CUSTOM_TIMING_USED" val="1"/>
  <p:tag name="GENSWF_SLIDE_TITLE" val="Senarai Topik Pakej Latihan 1"/>
  <p:tag name="GENSWF_ADVANCE_TIME" val="34.677"/>
  <p:tag name="GENSWF_SLIDE_UID" val="{C92CF17E-C162-42FF-8F81-F69FE1AB8EAB}:961"/>
  <p:tag name="ISPRING_PLAYER_PLAYLIST_ID" val="3b25a1dda71897dfecc91471d17e96e124055998"/>
  <p:tag name="ISPRING_SLIDE_ID_2" val="{A76349F0-49DB-40E5-AF11-DFBAA886B536}"/>
</p:tagLst>
</file>

<file path=ppt/theme/theme1.xml><?xml version="1.0" encoding="utf-8"?>
<a:theme xmlns:a="http://schemas.openxmlformats.org/drawingml/2006/main" name="Office Theme">
  <a:themeElements>
    <a:clrScheme name="Custom 505">
      <a:dk1>
        <a:srgbClr val="000000"/>
      </a:dk1>
      <a:lt1>
        <a:srgbClr val="FFFFFF"/>
      </a:lt1>
      <a:dk2>
        <a:srgbClr val="3F403F"/>
      </a:dk2>
      <a:lt2>
        <a:srgbClr val="FFFFFF"/>
      </a:lt2>
      <a:accent1>
        <a:srgbClr val="17B164"/>
      </a:accent1>
      <a:accent2>
        <a:srgbClr val="003E3B"/>
      </a:accent2>
      <a:accent3>
        <a:srgbClr val="181818"/>
      </a:accent3>
      <a:accent4>
        <a:srgbClr val="13764B"/>
      </a:accent4>
      <a:accent5>
        <a:srgbClr val="21C190"/>
      </a:accent5>
      <a:accent6>
        <a:srgbClr val="83EAB1"/>
      </a:accent6>
      <a:hlink>
        <a:srgbClr val="1EE27F"/>
      </a:hlink>
      <a:folHlink>
        <a:srgbClr val="1EE27F"/>
      </a:folHlink>
    </a:clrScheme>
    <a:fontScheme name="CIDB">
      <a:majorFont>
        <a:latin typeface="Raleway"/>
        <a:ea typeface=""/>
        <a:cs typeface=""/>
      </a:majorFont>
      <a:minorFont>
        <a:latin typeface="Ebri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87856</TotalTime>
  <Words>382</Words>
  <Application>Microsoft Office PowerPoint</Application>
  <PresentationFormat>Widescreen</PresentationFormat>
  <Paragraphs>89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Ebrima</vt:lpstr>
      <vt:lpstr>Montserrat</vt:lpstr>
      <vt:lpstr>Raleway</vt:lpstr>
      <vt:lpstr>Roboto Light</vt:lpstr>
      <vt:lpstr>Office Theme</vt:lpstr>
      <vt:lpstr>Pakej Latihan 06: Pengurusan Operasi Pembinaan Landskap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MMD_KAK_PL1_T6_T3_B2_V4</dc:title>
  <dc:creator>Rizkialdy Pratama</dc:creator>
  <cp:lastModifiedBy>Bariah Ahmad</cp:lastModifiedBy>
  <cp:revision>1569</cp:revision>
  <dcterms:created xsi:type="dcterms:W3CDTF">2021-11-01T02:42:52Z</dcterms:created>
  <dcterms:modified xsi:type="dcterms:W3CDTF">2026-08-01T05:29:17Z</dcterms:modified>
</cp:coreProperties>
</file>