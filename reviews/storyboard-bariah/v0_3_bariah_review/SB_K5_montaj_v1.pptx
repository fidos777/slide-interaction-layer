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5066" r:id="rId2"/>
    <p:sldId id="962" r:id="rId3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0D1"/>
    <a:srgbClr val="AC8300"/>
    <a:srgbClr val="F6D4CF"/>
    <a:srgbClr val="D8928B"/>
    <a:srgbClr val="6F9F9E"/>
    <a:srgbClr val="98768E"/>
    <a:srgbClr val="D3B8C5"/>
    <a:srgbClr val="4E7189"/>
    <a:srgbClr val="385F77"/>
    <a:srgbClr val="244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43162C-DF8B-479B-903C-335CDC4E1A83}" v="31" dt="2026-08-01T05:39:44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423" autoAdjust="0"/>
  </p:normalViewPr>
  <p:slideViewPr>
    <p:cSldViewPr snapToGrid="0" snapToObjects="1">
      <p:cViewPr>
        <p:scale>
          <a:sx n="40" d="100"/>
          <a:sy n="40" d="100"/>
        </p:scale>
        <p:origin x="2246" y="422"/>
      </p:cViewPr>
      <p:guideLst>
        <p:guide orient="horz" pos="104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917"/>
    </p:cViewPr>
  </p:notesTextViewPr>
  <p:sorterViewPr>
    <p:cViewPr>
      <p:scale>
        <a:sx n="70" d="100"/>
        <a:sy n="70" d="100"/>
      </p:scale>
      <p:origin x="0" y="-6198"/>
    </p:cViewPr>
  </p:sorterViewPr>
  <p:notesViewPr>
    <p:cSldViewPr snapToGrid="0" snapToObjects="1">
      <p:cViewPr varScale="1">
        <p:scale>
          <a:sx n="50" d="100"/>
          <a:sy n="50" d="100"/>
        </p:scale>
        <p:origin x="20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iah Ahmad" userId="0648d156d4325605" providerId="LiveId" clId="{B2932A15-7E90-46D7-93E4-B64D1E7A69C0}"/>
    <pc:docChg chg="undo custSel modSld">
      <pc:chgData name="Bariah Ahmad" userId="0648d156d4325605" providerId="LiveId" clId="{B2932A15-7E90-46D7-93E4-B64D1E7A69C0}" dt="2026-08-01T05:39:44.502" v="492"/>
      <pc:docMkLst>
        <pc:docMk/>
      </pc:docMkLst>
      <pc:sldChg chg="addSp delSp modSp mod modNotesTx">
        <pc:chgData name="Bariah Ahmad" userId="0648d156d4325605" providerId="LiveId" clId="{B2932A15-7E90-46D7-93E4-B64D1E7A69C0}" dt="2026-08-01T05:39:44.502" v="492"/>
        <pc:sldMkLst>
          <pc:docMk/>
          <pc:sldMk cId="1904363339" sldId="962"/>
        </pc:sldMkLst>
        <pc:spChg chg="add mod">
          <ac:chgData name="Bariah Ahmad" userId="0648d156d4325605" providerId="LiveId" clId="{B2932A15-7E90-46D7-93E4-B64D1E7A69C0}" dt="2026-08-01T05:38:50.819" v="415"/>
          <ac:spMkLst>
            <pc:docMk/>
            <pc:sldMk cId="1904363339" sldId="962"/>
            <ac:spMk id="3" creationId="{3DE4CB35-3064-55D0-7C30-6DB4EF531C7C}"/>
          </ac:spMkLst>
        </pc:spChg>
        <pc:spChg chg="mod">
          <ac:chgData name="Bariah Ahmad" userId="0648d156d4325605" providerId="LiveId" clId="{B2932A15-7E90-46D7-93E4-B64D1E7A69C0}" dt="2026-08-01T05:33:05.853" v="186"/>
          <ac:spMkLst>
            <pc:docMk/>
            <pc:sldMk cId="1904363339" sldId="962"/>
            <ac:spMk id="4" creationId="{8D731457-6268-40C8-943C-9F99A76647A5}"/>
          </ac:spMkLst>
        </pc:spChg>
        <pc:spChg chg="add mod">
          <ac:chgData name="Bariah Ahmad" userId="0648d156d4325605" providerId="LiveId" clId="{B2932A15-7E90-46D7-93E4-B64D1E7A69C0}" dt="2026-08-01T05:38:24.972" v="412" actId="20577"/>
          <ac:spMkLst>
            <pc:docMk/>
            <pc:sldMk cId="1904363339" sldId="962"/>
            <ac:spMk id="5" creationId="{138FD1BC-BAAA-23E3-E887-E8A888B98990}"/>
          </ac:spMkLst>
        </pc:spChg>
        <pc:spChg chg="add mod">
          <ac:chgData name="Bariah Ahmad" userId="0648d156d4325605" providerId="LiveId" clId="{B2932A15-7E90-46D7-93E4-B64D1E7A69C0}" dt="2026-08-01T05:39:26.455" v="489" actId="20577"/>
          <ac:spMkLst>
            <pc:docMk/>
            <pc:sldMk cId="1904363339" sldId="962"/>
            <ac:spMk id="6" creationId="{A348ADF4-B514-0D2D-227D-9DBB3B2417B4}"/>
          </ac:spMkLst>
        </pc:spChg>
        <pc:spChg chg="mod">
          <ac:chgData name="Bariah Ahmad" userId="0648d156d4325605" providerId="LiveId" clId="{B2932A15-7E90-46D7-93E4-B64D1E7A69C0}" dt="2026-08-01T05:31:00.997" v="172" actId="20577"/>
          <ac:spMkLst>
            <pc:docMk/>
            <pc:sldMk cId="1904363339" sldId="962"/>
            <ac:spMk id="8" creationId="{A49B118D-3213-4067-F15A-A6FEDE550541}"/>
          </ac:spMkLst>
        </pc:spChg>
        <pc:spChg chg="mod">
          <ac:chgData name="Bariah Ahmad" userId="0648d156d4325605" providerId="LiveId" clId="{B2932A15-7E90-46D7-93E4-B64D1E7A69C0}" dt="2026-08-01T05:33:23.541" v="204" actId="20577"/>
          <ac:spMkLst>
            <pc:docMk/>
            <pc:sldMk cId="1904363339" sldId="962"/>
            <ac:spMk id="9" creationId="{F3B2A1F9-649C-86CA-499E-34BB9EE17E1B}"/>
          </ac:spMkLst>
        </pc:spChg>
        <pc:spChg chg="mod">
          <ac:chgData name="Bariah Ahmad" userId="0648d156d4325605" providerId="LiveId" clId="{B2932A15-7E90-46D7-93E4-B64D1E7A69C0}" dt="2026-08-01T05:37:14.485" v="379" actId="1076"/>
          <ac:spMkLst>
            <pc:docMk/>
            <pc:sldMk cId="1904363339" sldId="962"/>
            <ac:spMk id="10" creationId="{CF154F38-E32C-57D1-8C58-495AD26678EB}"/>
          </ac:spMkLst>
        </pc:spChg>
        <pc:spChg chg="mod">
          <ac:chgData name="Bariah Ahmad" userId="0648d156d4325605" providerId="LiveId" clId="{B2932A15-7E90-46D7-93E4-B64D1E7A69C0}" dt="2026-08-01T05:37:19.719" v="380" actId="1076"/>
          <ac:spMkLst>
            <pc:docMk/>
            <pc:sldMk cId="1904363339" sldId="962"/>
            <ac:spMk id="11" creationId="{624A9C54-35F4-666D-75F9-A6A74A758640}"/>
          </ac:spMkLst>
        </pc:spChg>
        <pc:spChg chg="mod">
          <ac:chgData name="Bariah Ahmad" userId="0648d156d4325605" providerId="LiveId" clId="{B2932A15-7E90-46D7-93E4-B64D1E7A69C0}" dt="2026-08-01T05:39:02.701" v="457" actId="20577"/>
          <ac:spMkLst>
            <pc:docMk/>
            <pc:sldMk cId="1904363339" sldId="962"/>
            <ac:spMk id="12" creationId="{25C269C9-C32D-113E-3BBA-3240A23B5545}"/>
          </ac:spMkLst>
        </pc:spChg>
        <pc:spChg chg="mod">
          <ac:chgData name="Bariah Ahmad" userId="0648d156d4325605" providerId="LiveId" clId="{B2932A15-7E90-46D7-93E4-B64D1E7A69C0}" dt="2026-08-01T05:31:29.403" v="177" actId="20577"/>
          <ac:spMkLst>
            <pc:docMk/>
            <pc:sldMk cId="1904363339" sldId="962"/>
            <ac:spMk id="23" creationId="{1C73A7FC-9832-1B1B-6D59-35FBCD686F4D}"/>
          </ac:spMkLst>
        </pc:spChg>
      </pc:sldChg>
      <pc:sldChg chg="delSp modSp mod modNotesTx">
        <pc:chgData name="Bariah Ahmad" userId="0648d156d4325605" providerId="LiveId" clId="{B2932A15-7E90-46D7-93E4-B64D1E7A69C0}" dt="2026-08-01T05:30:14.711" v="149"/>
        <pc:sldMkLst>
          <pc:docMk/>
          <pc:sldMk cId="3888964336" sldId="5066"/>
        </pc:sldMkLst>
        <pc:spChg chg="mod">
          <ac:chgData name="Bariah Ahmad" userId="0648d156d4325605" providerId="LiveId" clId="{B2932A15-7E90-46D7-93E4-B64D1E7A69C0}" dt="2026-08-01T05:30:09.115" v="148"/>
          <ac:spMkLst>
            <pc:docMk/>
            <pc:sldMk cId="3888964336" sldId="5066"/>
            <ac:spMk id="3" creationId="{1972E175-21AC-AAE3-2A20-CF473A0BD2A4}"/>
          </ac:spMkLst>
        </pc:spChg>
        <pc:spChg chg="mod">
          <ac:chgData name="Bariah Ahmad" userId="0648d156d4325605" providerId="LiveId" clId="{B2932A15-7E90-46D7-93E4-B64D1E7A69C0}" dt="2026-08-01T05:29:52.825" v="142"/>
          <ac:spMkLst>
            <pc:docMk/>
            <pc:sldMk cId="3888964336" sldId="5066"/>
            <ac:spMk id="5" creationId="{277CE1E6-602A-D596-7D36-B741865BD7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CA8EA-268C-9240-A93C-AAC79D8999C8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C05A5-7321-AF4F-BADD-6247ABA7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992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F57E-2EB9-CE72-28F8-A656F5D6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244D9-79FE-A998-922D-455FD0699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F491F-54F7-7A46-82D2-CC19C21D6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1" dirty="0">
                <a:solidFill>
                  <a:sysClr val="windowText" lastClr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KURSUS KERJA BANGUNAN – PEMBINAAN LANDSKAP LUAR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C1590-4E8C-1FD1-02E9-C0B4CCAE1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C05A5-7321-AF4F-BADD-6247ABA70E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92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42D3-4B87-8528-98D1-85586E41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33CA3-EEDC-4281-99A1-C55DD51B7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86524-61AE-2462-A727-B634D149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1" dirty="0">
                <a:solidFill>
                  <a:sysClr val="windowText" lastClr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KURSUS KERJA BANGUNAN – PEMBINAAN LANDSKAP LUAR</a:t>
            </a:r>
          </a:p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200" b="1" i="0" dirty="0" err="1">
                <a:solidFill>
                  <a:schemeClr val="tx2"/>
                </a:solidFill>
                <a:latin typeface="+mn-lt"/>
                <a:ea typeface="Arial"/>
                <a:cs typeface="Calibri" panose="020F0502020204030204" pitchFamily="34" charset="0"/>
                <a:sym typeface="Arial"/>
              </a:rPr>
              <a:t>Senarai</a:t>
            </a:r>
            <a:r>
              <a:rPr lang="en-MY" sz="1200" b="1" i="0" dirty="0">
                <a:solidFill>
                  <a:schemeClr val="tx2"/>
                </a:solidFill>
                <a:latin typeface="+mn-lt"/>
                <a:ea typeface="Arial"/>
                <a:cs typeface="Calibri" panose="020F0502020204030204" pitchFamily="34" charset="0"/>
                <a:sym typeface="Arial"/>
              </a:rPr>
              <a:t> </a:t>
            </a:r>
            <a:r>
              <a:rPr lang="en-MY" sz="1200" b="1" i="0" dirty="0" err="1">
                <a:solidFill>
                  <a:schemeClr val="tx2"/>
                </a:solidFill>
                <a:latin typeface="+mn-lt"/>
                <a:ea typeface="Arial"/>
                <a:cs typeface="Calibri" panose="020F0502020204030204" pitchFamily="34" charset="0"/>
                <a:sym typeface="Arial"/>
              </a:rPr>
              <a:t>Pakej</a:t>
            </a:r>
            <a:r>
              <a:rPr lang="en-MY" sz="1200" b="1" i="0" dirty="0">
                <a:solidFill>
                  <a:schemeClr val="tx2"/>
                </a:solidFill>
                <a:latin typeface="+mn-lt"/>
                <a:ea typeface="Arial"/>
                <a:cs typeface="Calibri" panose="020F0502020204030204" pitchFamily="34" charset="0"/>
                <a:sym typeface="Arial"/>
              </a:rPr>
              <a:t> Latihan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endParaRPr lang="en-MY" sz="1200" dirty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tabLst/>
              <a:defRPr/>
            </a:pPr>
            <a:r>
              <a:rPr lang="en-MY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Hai! Saya Hilmi. Selamat datang ke </a:t>
            </a:r>
            <a:r>
              <a:rPr lang="sv-SE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Kursus Kerja Bangunan – Pembinaan Landskap Luar. </a:t>
            </a:r>
            <a:r>
              <a:rPr lang="en-MY" sz="120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Terdapat</a:t>
            </a:r>
            <a:r>
              <a:rPr lang="en-MY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en-MY" sz="120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lapan</a:t>
            </a:r>
            <a:r>
              <a:rPr lang="en-MY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 </a:t>
            </a:r>
            <a:r>
              <a:rPr lang="en-MY" sz="120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Pakej</a:t>
            </a:r>
            <a:r>
              <a:rPr lang="en-MY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 Latihan dalam </a:t>
            </a:r>
            <a:r>
              <a:rPr lang="en-MY" sz="1200" dirty="0" err="1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kursus</a:t>
            </a:r>
            <a:r>
              <a:rPr lang="en-MY" sz="1200" dirty="0">
                <a:solidFill>
                  <a:schemeClr val="tx2"/>
                </a:solidFill>
                <a:latin typeface="+mn-lt"/>
                <a:cs typeface="Calibri" panose="020F0502020204030204" pitchFamily="34" charset="0"/>
              </a:rPr>
              <a:t> ini.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Dalam </a:t>
            </a:r>
            <a:r>
              <a:rPr lang="en-MY" sz="1200" cap="none" dirty="0" err="1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kursus</a:t>
            </a: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 ini </a:t>
            </a:r>
            <a:r>
              <a:rPr lang="en-MY" sz="1200" cap="none" dirty="0" err="1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anda</a:t>
            </a: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MY" sz="1200" cap="none" dirty="0" err="1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akan</a:t>
            </a: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MY" sz="1200" cap="none" dirty="0" err="1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mempelajari</a:t>
            </a: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en-MY" sz="1200" cap="none" dirty="0" err="1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tentang</a:t>
            </a:r>
            <a:r>
              <a:rPr lang="en-MY" sz="1200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:</a:t>
            </a:r>
            <a:endParaRPr lang="en-MY" dirty="0">
              <a:solidFill>
                <a:schemeClr val="tx2"/>
              </a:solidFill>
              <a:latin typeface="+mn-lt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sz="1200" b="1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PL01: </a:t>
            </a:r>
            <a:r>
              <a:rPr lang="fi-FI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Pengenalan Dan Latar Belakang Industri Landskap Luar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sz="1200" b="1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PL02: </a:t>
            </a:r>
            <a:r>
              <a:rPr lang="sv-SE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Operasi Perniagaan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sz="1200" b="1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PL03: </a:t>
            </a:r>
            <a:r>
              <a:rPr lang="sv-SE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Tender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sv-SE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PL04: Pelaksanaan Dan Pengurusan Kontrak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sv-SE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PL05: Perancangan Dan Penjadualan Projek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sz="1200" b="1" cap="none" dirty="0">
                <a:solidFill>
                  <a:schemeClr val="tx2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PL06: </a:t>
            </a:r>
            <a:r>
              <a:rPr lang="sv-SE" b="1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Operasi Pembinaan Landskap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sv-SE" sz="1200" b="1" cap="none" dirty="0">
                <a:solidFill>
                  <a:schemeClr val="tx1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PL07: Penyerahan Projek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r>
              <a:rPr lang="sv-SE" sz="1200" b="1" cap="none" dirty="0">
                <a:solidFill>
                  <a:schemeClr val="tx1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PL08</a:t>
            </a:r>
            <a:r>
              <a:rPr lang="sv-SE" sz="1200" b="1" cap="none">
                <a:solidFill>
                  <a:schemeClr val="tx1"/>
                </a:solidFill>
                <a:latin typeface="+mn-lt"/>
                <a:ea typeface="Calibri"/>
                <a:cs typeface="Calibri" panose="020F0502020204030204" pitchFamily="34" charset="0"/>
                <a:sym typeface="Calibri"/>
              </a:rPr>
              <a:t>: Inovasi Dan Teknologi Landskap</a:t>
            </a:r>
            <a:endParaRPr lang="sv-SE" sz="1200" b="1" i="0" cap="none">
              <a:solidFill>
                <a:schemeClr val="tx2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Setiap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Pakej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Latihan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mengandungi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beberapa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topik yang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merangkumi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aktiviti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pembelajaran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dan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disertakan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dengan Kuiz untuk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menguji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kefahaman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anda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200"/>
              <a:buFont typeface="Inter"/>
              <a:buNone/>
            </a:pP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Saya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akan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bersama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anda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sepanjang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pembelajaran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ini.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Adakah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anda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 sudah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bersedia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? Selamat </a:t>
            </a:r>
            <a:r>
              <a:rPr lang="en-MY" b="0" i="0" dirty="0" err="1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belajar</a:t>
            </a:r>
            <a:r>
              <a:rPr lang="en-MY" b="0" i="0" dirty="0">
                <a:solidFill>
                  <a:schemeClr val="tx2"/>
                </a:solidFill>
                <a:latin typeface="+mn-lt"/>
                <a:ea typeface="Inter"/>
                <a:cs typeface="Calibri" panose="020F0502020204030204" pitchFamily="34" charset="0"/>
                <a:sym typeface="Inter"/>
              </a:rPr>
              <a:t>!</a:t>
            </a:r>
            <a:endParaRPr lang="en-MY" sz="1200" dirty="0">
              <a:solidFill>
                <a:schemeClr val="tx2"/>
              </a:solidFill>
              <a:latin typeface="+mn-lt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C6788-B4BD-BEF1-BEEA-B5E127255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32EEA-FFBC-49B7-95FA-454FF2845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30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357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B2182B-4038-41C3-019B-38E13D6A2C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18997" y="591208"/>
            <a:ext cx="8787275" cy="5675584"/>
          </a:xfrm>
          <a:custGeom>
            <a:avLst/>
            <a:gdLst>
              <a:gd name="connsiteX0" fmla="*/ 0 w 8787275"/>
              <a:gd name="connsiteY0" fmla="*/ 0 h 5675584"/>
              <a:gd name="connsiteX1" fmla="*/ 8787275 w 8787275"/>
              <a:gd name="connsiteY1" fmla="*/ 0 h 5675584"/>
              <a:gd name="connsiteX2" fmla="*/ 8787275 w 8787275"/>
              <a:gd name="connsiteY2" fmla="*/ 5675584 h 5675584"/>
              <a:gd name="connsiteX3" fmla="*/ 0 w 8787275"/>
              <a:gd name="connsiteY3" fmla="*/ 5675584 h 567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87275" h="5675584">
                <a:moveTo>
                  <a:pt x="0" y="0"/>
                </a:moveTo>
                <a:lnTo>
                  <a:pt x="8787275" y="0"/>
                </a:lnTo>
                <a:lnTo>
                  <a:pt x="8787275" y="5675584"/>
                </a:lnTo>
                <a:lnTo>
                  <a:pt x="0" y="5675584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0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indefinite" autoRev="1" fill="hold" grpId="1" nodeType="withEffect">
                                  <p:stCondLst>
                                    <p:cond delay="16500"/>
                                  </p:stCondLst>
                                  <p:childTnLst>
                                    <p:animMotion origin="layout" path="M 1.04167E-6 0 L -0.06172 0 " pathEditMode="relative" rAng="0" ptsTypes="AA">
                                      <p:cBhvr>
                                        <p:cTn id="10" dur="2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3088B3-81DD-FB17-13BE-90F7249765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48903" y="3428997"/>
            <a:ext cx="3143783" cy="3428998"/>
          </a:xfrm>
          <a:custGeom>
            <a:avLst/>
            <a:gdLst>
              <a:gd name="connsiteX0" fmla="*/ 0 w 3143783"/>
              <a:gd name="connsiteY0" fmla="*/ 0 h 3428998"/>
              <a:gd name="connsiteX1" fmla="*/ 3143783 w 3143783"/>
              <a:gd name="connsiteY1" fmla="*/ 0 h 3428998"/>
              <a:gd name="connsiteX2" fmla="*/ 3143783 w 3143783"/>
              <a:gd name="connsiteY2" fmla="*/ 3428998 h 3428998"/>
              <a:gd name="connsiteX3" fmla="*/ 0 w 3143783"/>
              <a:gd name="connsiteY3" fmla="*/ 3428998 h 342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783" h="3428998">
                <a:moveTo>
                  <a:pt x="0" y="0"/>
                </a:moveTo>
                <a:lnTo>
                  <a:pt x="3143783" y="0"/>
                </a:lnTo>
                <a:lnTo>
                  <a:pt x="3143783" y="3428998"/>
                </a:lnTo>
                <a:lnTo>
                  <a:pt x="0" y="342899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25C6063-1B18-34DC-B266-32D60EBB74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5120" y="-1"/>
            <a:ext cx="3143783" cy="3428998"/>
          </a:xfrm>
          <a:custGeom>
            <a:avLst/>
            <a:gdLst>
              <a:gd name="connsiteX0" fmla="*/ 0 w 3143783"/>
              <a:gd name="connsiteY0" fmla="*/ 0 h 3428998"/>
              <a:gd name="connsiteX1" fmla="*/ 3143783 w 3143783"/>
              <a:gd name="connsiteY1" fmla="*/ 0 h 3428998"/>
              <a:gd name="connsiteX2" fmla="*/ 3143783 w 3143783"/>
              <a:gd name="connsiteY2" fmla="*/ 3428998 h 3428998"/>
              <a:gd name="connsiteX3" fmla="*/ 0 w 3143783"/>
              <a:gd name="connsiteY3" fmla="*/ 3428998 h 342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783" h="3428998">
                <a:moveTo>
                  <a:pt x="0" y="0"/>
                </a:moveTo>
                <a:lnTo>
                  <a:pt x="3143783" y="0"/>
                </a:lnTo>
                <a:lnTo>
                  <a:pt x="3143783" y="3428998"/>
                </a:lnTo>
                <a:lnTo>
                  <a:pt x="0" y="342899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6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797700D-0768-84DB-CFE2-F86F2CE201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6206" y="3429000"/>
            <a:ext cx="3525795" cy="2560838"/>
          </a:xfrm>
          <a:custGeom>
            <a:avLst/>
            <a:gdLst>
              <a:gd name="connsiteX0" fmla="*/ 0 w 3525795"/>
              <a:gd name="connsiteY0" fmla="*/ 0 h 2560838"/>
              <a:gd name="connsiteX1" fmla="*/ 3525795 w 3525795"/>
              <a:gd name="connsiteY1" fmla="*/ 0 h 2560838"/>
              <a:gd name="connsiteX2" fmla="*/ 3525795 w 3525795"/>
              <a:gd name="connsiteY2" fmla="*/ 2560838 h 2560838"/>
              <a:gd name="connsiteX3" fmla="*/ 0 w 3525795"/>
              <a:gd name="connsiteY3" fmla="*/ 2560838 h 2560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5795" h="2560838">
                <a:moveTo>
                  <a:pt x="0" y="0"/>
                </a:moveTo>
                <a:lnTo>
                  <a:pt x="3525795" y="0"/>
                </a:lnTo>
                <a:lnTo>
                  <a:pt x="3525795" y="2560838"/>
                </a:lnTo>
                <a:lnTo>
                  <a:pt x="0" y="256083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4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546D6E-F5E7-12C9-9BA0-07418A64A1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66206" y="868162"/>
            <a:ext cx="3525795" cy="2560838"/>
          </a:xfrm>
          <a:custGeom>
            <a:avLst/>
            <a:gdLst>
              <a:gd name="connsiteX0" fmla="*/ 0 w 3525795"/>
              <a:gd name="connsiteY0" fmla="*/ 0 h 2560838"/>
              <a:gd name="connsiteX1" fmla="*/ 3525795 w 3525795"/>
              <a:gd name="connsiteY1" fmla="*/ 0 h 2560838"/>
              <a:gd name="connsiteX2" fmla="*/ 3525795 w 3525795"/>
              <a:gd name="connsiteY2" fmla="*/ 2560838 h 2560838"/>
              <a:gd name="connsiteX3" fmla="*/ 0 w 3525795"/>
              <a:gd name="connsiteY3" fmla="*/ 2560838 h 2560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5795" h="2560838">
                <a:moveTo>
                  <a:pt x="0" y="0"/>
                </a:moveTo>
                <a:lnTo>
                  <a:pt x="3525795" y="0"/>
                </a:lnTo>
                <a:lnTo>
                  <a:pt x="3525795" y="2560838"/>
                </a:lnTo>
                <a:lnTo>
                  <a:pt x="0" y="2560838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6">
                <a:lumMod val="20000"/>
                <a:lumOff val="80000"/>
              </a:schemeClr>
            </a:bgClr>
          </a:pattFill>
        </p:spPr>
        <p:txBody>
          <a:bodyPr wrap="square" lIns="91440" tIns="91440" rIns="91440" bIns="91440">
            <a:noAutofit/>
          </a:bodyPr>
          <a:lstStyle>
            <a:lvl1pPr marL="0" indent="0">
              <a:buNone/>
              <a:defRPr sz="18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23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8F1E2742-D414-F4F1-C791-24DC8FA6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622575"/>
            <a:ext cx="11125200" cy="46398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5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9A2C1-868B-E048-BC42-05B15F48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19099"/>
            <a:ext cx="11125200" cy="46398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175A4-F8EA-2E4A-A9FC-8E6DA130C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60500"/>
            <a:ext cx="111252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FA472-F704-9D4A-AE43-BF8DA1CC6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96606" y="6445229"/>
            <a:ext cx="756781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B2896C5E-20F6-5143-9F77-A8D16BC84A78}" type="datetimeFigureOut">
              <a:rPr lang="en-US" smtClean="0"/>
              <a:pPr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7EDD9-B49B-1342-9401-0E870BD26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45229"/>
            <a:ext cx="9237947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51E2-0E41-A34C-8D98-2FD15D190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646" y="6445229"/>
            <a:ext cx="879953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14EC2E2-0820-654D-85EB-EBA0A2E7E8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2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2" r:id="rId3"/>
    <p:sldLayoutId id="2147483663" r:id="rId4"/>
    <p:sldLayoutId id="2147483666" r:id="rId5"/>
    <p:sldLayoutId id="214748370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56" userDrawn="1">
          <p15:clr>
            <a:srgbClr val="F26B43"/>
          </p15:clr>
        </p15:guide>
        <p15:guide id="3" pos="722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73BC3-BB06-DBCC-4D68-8E83A317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72E175-21AC-AAE3-2A20-CF473A0BD2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636591"/>
            <a:ext cx="11125200" cy="4639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2400" b="1" dirty="0" err="1">
                <a:solidFill>
                  <a:schemeClr val="tx1"/>
                </a:solidFill>
                <a:ea typeface="Calibri"/>
                <a:cs typeface="Calibri"/>
                <a:sym typeface="Calibri"/>
              </a:rPr>
              <a:t>Montaj</a:t>
            </a:r>
            <a:r>
              <a:rPr lang="en-MY" sz="2400" b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sv-SE" sz="2400" b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Kursus Kerja Bangunan – Pembinaan Landskap Luar</a:t>
            </a:r>
            <a:endParaRPr lang="en-MY" sz="2400" b="1" dirty="0">
              <a:solidFill>
                <a:schemeClr val="tx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A4326-1168-5D8B-3B4F-19BDFFB051EA}"/>
              </a:ext>
            </a:extLst>
          </p:cNvPr>
          <p:cNvSpPr txBox="1"/>
          <p:nvPr/>
        </p:nvSpPr>
        <p:spPr>
          <a:xfrm>
            <a:off x="2347772" y="2120949"/>
            <a:ext cx="7496456" cy="589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4600"/>
              </a:lnSpc>
              <a:spcBef>
                <a:spcPts val="1000"/>
              </a:spcBef>
            </a:pPr>
            <a:r>
              <a:rPr lang="en-US" sz="40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Montaj</a:t>
            </a:r>
            <a:r>
              <a:rPr lang="en-US" sz="4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Kursus</a:t>
            </a:r>
            <a:r>
              <a:rPr lang="en-US" sz="40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(Video)</a:t>
            </a:r>
          </a:p>
        </p:txBody>
      </p:sp>
      <p:sp>
        <p:nvSpPr>
          <p:cNvPr id="4" name="Google Shape;102;p1">
            <a:extLst>
              <a:ext uri="{FF2B5EF4-FFF2-40B4-BE49-F238E27FC236}">
                <a16:creationId xmlns:a16="http://schemas.microsoft.com/office/drawing/2014/main" id="{6E5D3A48-3AC3-DA6E-E3CE-9CE9878B6AA9}"/>
              </a:ext>
            </a:extLst>
          </p:cNvPr>
          <p:cNvSpPr txBox="1"/>
          <p:nvPr/>
        </p:nvSpPr>
        <p:spPr>
          <a:xfrm>
            <a:off x="-3065147" y="0"/>
            <a:ext cx="2880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Slide 1</a:t>
            </a:r>
            <a:endParaRPr lang="en-US" sz="16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Montaj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Kursus</a:t>
            </a: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CE1E6-602A-D596-7D36-B741865BD7A8}"/>
              </a:ext>
            </a:extLst>
          </p:cNvPr>
          <p:cNvSpPr txBox="1"/>
          <p:nvPr/>
        </p:nvSpPr>
        <p:spPr>
          <a:xfrm>
            <a:off x="2347772" y="2710854"/>
            <a:ext cx="91203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24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sv-SE" sz="2400" b="1" dirty="0">
                <a:latin typeface="+mj-lt"/>
                <a:cs typeface="Calibri" panose="020F0502020204030204" pitchFamily="34" charset="0"/>
              </a:rPr>
              <a:t>KURSUS KERJA BANGUNAN – PEMBINAAN LANDSKAP LUAR</a:t>
            </a:r>
          </a:p>
          <a:p>
            <a:endParaRPr lang="en-US" sz="2400" b="1" dirty="0">
              <a:latin typeface="+mj-lt"/>
              <a:cs typeface="Calibri" panose="020F0502020204030204" pitchFamily="34" charset="0"/>
            </a:endParaRPr>
          </a:p>
          <a:p>
            <a:r>
              <a:rPr lang="en-US" sz="2400" b="1" dirty="0">
                <a:latin typeface="+mj-lt"/>
                <a:cs typeface="Calibri" panose="020F0502020204030204" pitchFamily="34" charset="0"/>
              </a:rPr>
              <a:t>Logo CIDB</a:t>
            </a:r>
            <a:endParaRPr lang="en-ID" sz="2400" b="1" dirty="0">
              <a:latin typeface="+mj-lt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896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55ECC-11FD-ECAA-1F28-5156A5D8A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89D6-0D37-1DF8-899C-8EA1CF59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err="1">
                <a:solidFill>
                  <a:schemeClr val="tx1"/>
                </a:solidFill>
                <a:ea typeface="Roboto Light" panose="02000000000000000000" pitchFamily="2" charset="0"/>
              </a:rPr>
              <a:t>Senarai</a:t>
            </a:r>
            <a:r>
              <a:rPr lang="en-US" sz="2400" b="1" dirty="0">
                <a:solidFill>
                  <a:schemeClr val="tx1"/>
                </a:solidFill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ea typeface="Roboto Light" panose="02000000000000000000" pitchFamily="2" charset="0"/>
              </a:rPr>
              <a:t>Pakej</a:t>
            </a:r>
            <a:r>
              <a:rPr lang="en-US" sz="2400" b="1" dirty="0">
                <a:solidFill>
                  <a:schemeClr val="tx1"/>
                </a:solidFill>
                <a:ea typeface="Roboto Light" panose="02000000000000000000" pitchFamily="2" charset="0"/>
              </a:rPr>
              <a:t> Latihan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731457-6268-40C8-943C-9F99A76647A5}"/>
              </a:ext>
            </a:extLst>
          </p:cNvPr>
          <p:cNvSpPr/>
          <p:nvPr/>
        </p:nvSpPr>
        <p:spPr>
          <a:xfrm>
            <a:off x="854909" y="2402198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PL01: </a:t>
            </a:r>
            <a:r>
              <a:rPr lang="fi-FI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Pengenalan Dan Latar Belakang Industri Landskap Luar</a:t>
            </a:r>
            <a:endParaRPr lang="sv-SE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B2A1F9-649C-86CA-499E-34BB9EE17E1B}"/>
              </a:ext>
            </a:extLst>
          </p:cNvPr>
          <p:cNvSpPr/>
          <p:nvPr/>
        </p:nvSpPr>
        <p:spPr>
          <a:xfrm>
            <a:off x="4361137" y="2402198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fi-FI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PL02: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Operasi Perniagaan</a:t>
            </a:r>
            <a:endParaRPr lang="fi-FI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154F38-E32C-57D1-8C58-495AD26678EB}"/>
              </a:ext>
            </a:extLst>
          </p:cNvPr>
          <p:cNvSpPr/>
          <p:nvPr/>
        </p:nvSpPr>
        <p:spPr>
          <a:xfrm>
            <a:off x="7867365" y="2378122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PL03: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Tender</a:t>
            </a:r>
            <a:endParaRPr lang="en-MY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4A9C54-35F4-666D-75F9-A6A74A758640}"/>
              </a:ext>
            </a:extLst>
          </p:cNvPr>
          <p:cNvSpPr/>
          <p:nvPr/>
        </p:nvSpPr>
        <p:spPr>
          <a:xfrm>
            <a:off x="854909" y="3536755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PL04: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Pelaksanaan Dan Pengurusan Kontrak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C269C9-C32D-113E-3BBA-3240A23B5545}"/>
              </a:ext>
            </a:extLst>
          </p:cNvPr>
          <p:cNvSpPr/>
          <p:nvPr/>
        </p:nvSpPr>
        <p:spPr>
          <a:xfrm>
            <a:off x="4361136" y="3536755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PL05: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Perancangan Dan Penjadualan Projek</a:t>
            </a:r>
            <a:endParaRPr lang="en-MY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22" name="HEADER">
            <a:extLst>
              <a:ext uri="{FF2B5EF4-FFF2-40B4-BE49-F238E27FC236}">
                <a16:creationId xmlns:a16="http://schemas.microsoft.com/office/drawing/2014/main" id="{87480F0E-AD67-9654-46B9-CA551E9AF8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60" t="-32261" b="-32261"/>
          <a:stretch>
            <a:fillRect/>
          </a:stretch>
        </p:blipFill>
        <p:spPr>
          <a:xfrm flipV="1">
            <a:off x="-69400" y="182879"/>
            <a:ext cx="11362240" cy="1831725"/>
          </a:xfrm>
          <a:prstGeom prst="rect">
            <a:avLst/>
          </a:prstGeom>
        </p:spPr>
      </p:pic>
      <p:sp>
        <p:nvSpPr>
          <p:cNvPr id="23" name="Senarai Pakej Latihan">
            <a:extLst>
              <a:ext uri="{FF2B5EF4-FFF2-40B4-BE49-F238E27FC236}">
                <a16:creationId xmlns:a16="http://schemas.microsoft.com/office/drawing/2014/main" id="{1C73A7FC-9832-1B1B-6D59-35FBCD686F4D}"/>
              </a:ext>
            </a:extLst>
          </p:cNvPr>
          <p:cNvSpPr txBox="1"/>
          <p:nvPr/>
        </p:nvSpPr>
        <p:spPr>
          <a:xfrm>
            <a:off x="1065948" y="570473"/>
            <a:ext cx="9335352" cy="493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sv-SE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Kursus Kerja Bangunan – Pembinaan Landskap Luar</a:t>
            </a:r>
          </a:p>
          <a:p>
            <a:pPr>
              <a:lnSpc>
                <a:spcPct val="9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Senarai</a:t>
            </a:r>
            <a:r>
              <a:rPr lang="en-US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Pakej</a:t>
            </a:r>
            <a:r>
              <a:rPr lang="en-US" sz="2400" b="1" dirty="0">
                <a:solidFill>
                  <a:schemeClr val="bg1"/>
                </a:solidFill>
                <a:latin typeface="+mj-lt"/>
                <a:ea typeface="Roboto Light" panose="02000000000000000000" pitchFamily="2" charset="0"/>
              </a:rPr>
              <a:t> Latihan</a:t>
            </a:r>
          </a:p>
        </p:txBody>
      </p:sp>
      <p:sp>
        <p:nvSpPr>
          <p:cNvPr id="24" name="Google Shape;102;p1">
            <a:extLst>
              <a:ext uri="{FF2B5EF4-FFF2-40B4-BE49-F238E27FC236}">
                <a16:creationId xmlns:a16="http://schemas.microsoft.com/office/drawing/2014/main" id="{66D54750-60AC-1AAC-31C6-964DE8A88E9D}"/>
              </a:ext>
            </a:extLst>
          </p:cNvPr>
          <p:cNvSpPr txBox="1"/>
          <p:nvPr/>
        </p:nvSpPr>
        <p:spPr>
          <a:xfrm>
            <a:off x="-3068004" y="0"/>
            <a:ext cx="2880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Slide 2</a:t>
            </a:r>
          </a:p>
          <a:p>
            <a:pPr lvl="0"/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Senarai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Pakej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Latihan</a:t>
            </a:r>
          </a:p>
          <a:p>
            <a:pPr lvl="0"/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lvl="0"/>
            <a:r>
              <a:rPr lang="en-US" sz="1600" b="1" u="sng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Note to MMD:</a:t>
            </a:r>
          </a:p>
          <a:p>
            <a:pPr marL="342900" lvl="0" indent="-342900"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Kursus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tidak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perlu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lagi</a:t>
            </a:r>
            <a:b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</a:b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  <a:p>
            <a:pPr marL="342900" lvl="0" indent="-342900"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VO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bukan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PL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kosong</a:t>
            </a:r>
            <a:r>
              <a:rPr lang="en-US" sz="1600" b="1" dirty="0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 </a:t>
            </a:r>
            <a:r>
              <a:rPr lang="en-U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satu</a:t>
            </a:r>
            <a:r>
              <a:rPr lang="en-US" sz="16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, dan </a:t>
            </a:r>
            <a:r>
              <a:rPr lang="en-US" sz="1600" b="1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seterusnya</a:t>
            </a:r>
            <a:r>
              <a:rPr lang="en-US" sz="16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Raleway"/>
              </a:rPr>
              <a:t>.</a:t>
            </a:r>
            <a:endParaRPr lang="en-US" sz="16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  <a:sym typeface="Raleway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9B118D-3213-4067-F15A-A6FEDE550541}"/>
              </a:ext>
            </a:extLst>
          </p:cNvPr>
          <p:cNvSpPr txBox="1"/>
          <p:nvPr/>
        </p:nvSpPr>
        <p:spPr>
          <a:xfrm>
            <a:off x="9152629" y="5911527"/>
            <a:ext cx="2315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[Image: Narrator Hilmi]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E4CB35-3064-55D0-7C30-6DB4EF531C7C}"/>
              </a:ext>
            </a:extLst>
          </p:cNvPr>
          <p:cNvSpPr/>
          <p:nvPr/>
        </p:nvSpPr>
        <p:spPr>
          <a:xfrm>
            <a:off x="7867365" y="3545065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PL06: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Pengurusan Operasi Pembinaan Landskap</a:t>
            </a:r>
            <a:endParaRPr lang="en-MY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8FD1BC-BAAA-23E3-E887-E8A888B98990}"/>
              </a:ext>
            </a:extLst>
          </p:cNvPr>
          <p:cNvSpPr/>
          <p:nvPr/>
        </p:nvSpPr>
        <p:spPr>
          <a:xfrm>
            <a:off x="854909" y="4695255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PL07: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Penyerahan Projek</a:t>
            </a:r>
            <a:endParaRPr lang="en-MY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8ADF4-B514-0D2D-227D-9DBB3B2417B4}"/>
              </a:ext>
            </a:extLst>
          </p:cNvPr>
          <p:cNvSpPr/>
          <p:nvPr/>
        </p:nvSpPr>
        <p:spPr>
          <a:xfrm>
            <a:off x="4361137" y="4696389"/>
            <a:ext cx="3357349" cy="1050878"/>
          </a:xfrm>
          <a:prstGeom prst="roundRect">
            <a:avLst>
              <a:gd name="adj" fmla="val 62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rgbClr val="000000"/>
              </a:buClr>
              <a:buSzPts val="1200"/>
            </a:pPr>
            <a:r>
              <a:rPr lang="en-MY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PL08: </a:t>
            </a:r>
            <a:r>
              <a:rPr lang="sv-SE" dirty="0">
                <a:solidFill>
                  <a:schemeClr val="tx1"/>
                </a:solidFill>
                <a:ea typeface="Calibri"/>
                <a:cs typeface="Calibri" panose="020F0502020204030204" pitchFamily="34" charset="0"/>
                <a:sym typeface="Calibri"/>
              </a:rPr>
              <a:t>Inovasi Dan Teknologi Landskap</a:t>
            </a:r>
            <a:endParaRPr lang="en-MY" dirty="0">
              <a:solidFill>
                <a:schemeClr val="tx1"/>
              </a:solidFill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43633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ISPRING_FIRST_PUBLISH" val="1"/>
  <p:tag name="ISPRING-SUITE_ISPRING_CURRENT_PLAYER_ID" val="universal"/>
  <p:tag name="ISPRING_PRESENTATION_COURSE_TITLE" val="MMD_KAK_PL1_T1_1_B1_V2"/>
  <p:tag name="ISPRING_LMS_API_VERSION" val="SCORM 2004 (4th edition)"/>
  <p:tag name="ISPRING_ULTRA_SCORM_COURSE_ID" val="DC8FA8F0-C7D4-4252-AD7C-C7ACF6350A60"/>
  <p:tag name="ISPRING_CMI5_LAUNCH_METHOD" val="any window"/>
  <p:tag name="ISPRINGCLOUDFOLDERID" val="1"/>
  <p:tag name="ISPRINGONLINEFOLDERID" val="1"/>
  <p:tag name="ISPRING_SCORM_RATE_SLIDES" val="0"/>
  <p:tag name="FLASHSPRING_ZOOM_TAG" val="81"/>
  <p:tag name="ISPRING_UUID" val="{14AF07AC-E6DE-4F59-8DD5-EDDAAC45A0A8}"/>
  <p:tag name="ISPRING_OUTPUT_FOLDER" val="[[&quot;jn\uFFFDx{B61D0EE0-C651-4963-B832-A5E6E5130F07}&quot;,&quot;D:\\KERJA DANIEL\\CIDB CYCLE 6 KAK\\MMD\\PL 06\\Topik 3\\B2&quot;],[&quot;\\\uFFFDc\uFFFD{B61D0EE0-C651-4963-B832-A5E6E5130F07}&quot;,&quot;D:\\PROJECTS 2025\\CIDB\\CYCLE 6\\DEVELOPMENT MMD\\MODUL 01 KAK\\KAK PL01 Toha&amp;Fatin&amp;Hanin&amp;Jalil(FATIN)\\T6 Fatin\\BAHAGIAN 01&quot;],[&quot;\rA\uFFFD\b{D1FD95F9-3B72-4E81-9A6B-D73D80FA7CE4}&quot;,&quot;C:\\Users\\HP\\OneDrive\\Desktop\\KAK Cycle 6\\MMD&quot;]]"/>
  <p:tag name="ISPRING_RESOURCE_FOLDER" val="D:\KERJA DANIEL\CIDB CYCLE 6 KAK\MMD\PL 06\Topik 3\B2\MMD_KAK_PL6_T3_B2_V4\"/>
  <p:tag name="ISPRING_PRESENTATION_PATH" val="D:\KERJA DANIEL\CIDB CYCLE 6 KAK\MMD\PL 06\Topik 3\B2\MMD_KAK_PL6_T3_B2_V4.pptx"/>
  <p:tag name="ISPRING_PRESENTATION_INFO_2" val="&lt;?xml version=&quot;1.0&quot; encoding=&quot;UTF-8&quot; standalone=&quot;no&quot; ?&gt;&#10;&lt;presentation2&gt;&#10;&#10;  &lt;slides&gt;&#10;    &lt;slide id=&quot;{39398302-8860-4C57-B1DA-7E1B72916567}&quot; pptId=&quot;966&quot;/&gt;&#10;    &lt;slide id=&quot;{4B426B2A-E039-4357-967E-75B11D0A4F24}&quot; pptId=&quot;950&quot;/&gt;&#10;    &lt;slide id=&quot;{8ABFB2CD-5147-411F-8377-3F08730A9254}&quot; pptId=&quot;374&quot;/&gt;&#10;    &lt;slide id=&quot;{E8E638DA-A09E-42B1-A4B0-C99C4BB88106}&quot; pptId=&quot;944&quot;/&gt;&#10;    &lt;slide id=&quot;{9B7AE88E-EA23-4310-B237-CA69478D0664}&quot; pptId=&quot;984&quot;/&gt;&#10;    &lt;slide id=&quot;{73139AF6-EDA1-4A0D-A458-6F0B02FE4D76}&quot; pptId=&quot;260&quot;/&gt;&#10;    &lt;slide id=&quot;{15D19AFC-1754-434B-A77D-1D315AF8DE80}&quot; pptId=&quot;986&quot;/&gt;&#10;    &lt;slide id=&quot;{5F1484B7-C2D2-442B-BC81-2C20F73CDD04}&quot; pptId=&quot;956&quot;/&gt;&#10;    &lt;slide id=&quot;{31B0145C-48CF-434D-BB10-154742CA5A35}&quot; pptId=&quot;962&quot;/&gt;&#10;    &lt;slide id=&quot;{357367E7-F858-4062-965B-A292652E11B7}&quot; pptId=&quot;985&quot;/&gt;&#10;    &lt;slide id=&quot;{09BAC1B2-AF21-4923-9417-9EBF2712B685}&quot; pptId=&quot;964&quot;/&gt;&#10;    &lt;slide id=&quot;{E98E031A-D9D3-4E56-8149-7265E9A6B7CC}&quot; pptId=&quot;963&quot;/&gt;&#10;    &lt;slide id=&quot;{E5B5C554-644C-4EB0-AB1B-61073CCA8248}&quot; pptId=&quot;987&quot;/&gt;&#10;    &lt;slide id=&quot;{DDF4564E-CFF2-495C-AD2D-F2AB8B277406}&quot; pptId=&quot;983&quot;/&gt;&#10;  &lt;/slides&gt;&#10;&#10;  &lt;narration&gt;&#10;    &lt;audioTracks/&gt;&#10;    &lt;videoTracks/&gt;&#10;  &lt;/narration&gt;&#10;&#10;&lt;/presentation2&gt;&#10;"/>
  <p:tag name="ISPRING_SCREEN_RECS_UPDATED" val="D:\KERJA DANIEL\CIDB CYCLE 6 KAK\MMD\PL 06\Topik 3\B2\MMD_KAK_PL6_T3_B2_V4\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8064A2&quot;,&quot;opacity&quot;:1,&quot;type&quot;:&quot;SOLID&quot;},&quot;primaryButtonBackgroundHover&quot;:{&quot;color&quot;:&quot;#614C77&quot;,&quot;opacity&quot;:1,&quot;type&quot;:&quot;SOLID&quot;},&quot;primaryButtonBorder&quot;:{&quot;color&quot;:&quot;#8064A2&quot;,&quot;opacity&quot;:1,&quot;type&quot;:&quot;SOLID&quot;},&quot;primaryButtonBorderHover&quot;:{&quot;color&quot;:&quot;#614C77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FFFFF&quot;,&quot;opacity&quot;:1,&quot;type&quot;:&quot;SOLID&quot;},&quot;secondaryButtonBackgroundHover&quot;:{&quot;color&quot;:&quot;#F2F2F2&quot;,&quot;opacity&quot;:1,&quot;type&quot;:&quot;SOLID&quot;},&quot;secondaryButtonBorder&quot;:{&quot;color&quot;:&quot;#E6E6E6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4C77&quot;,&quot;opacity&quot;:1,&quot;type&quot;:&quot;SOLID&quot;}},&quot;controlPanel&quot;:{&quot;navigationMode&quot;:&quot;bySlides&quot;,&quot;progressBar&quot;:{&quot;enabled&quot;:true,&quot;mode&quot;:&quot;slideTimeline&quot;,&quot;showLabels&quot;:true,&quot;visible&quot;:true},&quot;showCCButton&quot;:false,&quot;showNextButton&quot;:true,&quot;showOutline&quot;:false,&quot;showPlayPause&quot;:true,&quot;showPlaybackRateButton&quot;:false,&quot;showPrevButton&quot;:true,&quot;showRewind&quot;:true,&quot;showSlideNumbers&quot;:true,&quot;showSlideOnlyButton&quot;:true,&quot;showSubtitlesButton&quot;:false,&quot;showTimer&quot;:false,&quot;showVolumeControl&quot;:true,&quot;visible&quot;:true},&quot;fontFamily&quot;:&quot;Open Sans&quot;,&quot;miniskinCustomizationEnabled&quot;:true,&quot;outlinePanel&quot;:{&quot;highlightViewedEntries&quot;:true,&quot;multilevel&quot;:true,&quot;numberEntries&quot;:false,&quot;search&quot;:true,&quot;thumbnails&quot;:true},&quot;sidePanel&quot;:{&quot;showAtLeft&quot;:false,&quot;showLogo&quot;:false,&quot;showNotes&quot;:true,&quot;showOutline&quot;:true,&quot;showPresenterInfo&quot;:false,&quot;showPresenterVideo&quot;:false,&quot;visible&quot;:true},&quot;titlePanel&quot;:{&quot;buttons&quot;:[&quot;markerTools&quot;,&quot;presenterInfo&quot;,&quot;attachments&quot;],&quot;buttonsAtLeft&quot;:true,&quot;courseTitleVisible&quot;:false,&quot;showLogo&quot;:false,&quot;visible&quot;:false},&quot;version&quot;:&quot;1.2&quot;},&quot;skinMessages&quot;:{&quot;PB_ACCESSIBLE_ARIA_LABEL_BACK_TO_BEGIN&quot;:&quot;Go to the beginning of the slide&quot;,&quot;PB_ACCESSIBLE_ARIA_LABEL_BOTTOM_PANEL&quot;:&quot;Bottom Bar&quot;,&quot;PB_ACCESSIBLE_ARIA_LABEL_NAVIGATION_BUTTONS&quot;:&quot;Navigation buttons&quot;,&quot;PB_ACCESSIBLE_ARIA_LABEL_SETTINGS&quot;:&quot;Accessibility Settings&quot;,&quot;PB_ACCESSIBLE_ARIA_LABEL_SLIDE&quot;:&quot;Slide&quot;,&quot;PB_ACCESSIBLE_ARIA_LABEL_TOP_PANEL&quot;:&quot;Top Bar&quot;,&quot;PB_ACCESSIBLE_AUDIO_NARRATION_LABEL&quot;:&quot;Audio narration&quot;,&quot;PB_ACCESSIBLE_AUDIO_SUBTITLES_LABEL&quot;:&quot;Closed Captions&quot;,&quot;PB_ACCESSIBLE_NAVIGATION_NEXT_BUTTON&quot;:&quot;Next&quot;,&quot;PB_ACCESSIBLE_NAVIGATION_PREV_BUTTON&quot;:&quot;Previous&quot;,&quot;PB_ACCESSIBLE_SKIN_ENABLE_ACCESSIBILITY_MODE&quot;:&quot;Turn on accessibility mode&quot;,&quot;PB_ACCESSIBLE_SKIN_ENABLE_NORMAL_MODE&quot;:&quot;Turn off accessibility mode&quot;,&quot;PB_ACCESSIBLE_SKIN_PRESENTER_PHOTO&quot;:&quot;Presenter photo&quot;,&quot;PB_ACCESSIBLE_SLIDE_N_OF_COUNT&quot;:&quot;Slide %QUESTION_NUMBER% of %TOTAL_QUESTIONS%&quot;,&quot;PB_ACCESSIBLE_VIDEO_NARRATION_LABEL&quot;:&quot;Video narration&quot;,&quot;PB_ACCESSIBLE_WATERMARK_SKIN_CREATED_WITH&quot;:&quot;Created with iSpring evaluation version&quot;,&quot;PB_ATTACHMENT_DOCUMENT_SUBTITLE&quot;:&quot;Document&quot;,&quot;PB_ATTACHMENT_FILE_SUBTITLE&quot;:&quot;File&quot;,&quot;PB_ATTACHMENT_IMAGE_SUBTITLE&quot;:&quot;Picture&quot;,&quot;PB_ATTACHMENT_LINK_SUBTITLE&quot;:&quot;Link&quot;,&quot;PB_ATTACHMENT_VIDEO_SUBTITLE&quot;:&quot;Video&quot;,&quot;PB_BACK_TO_APP_BUTTON_LABEL&quot;:&quot;Back&quot;,&quot;PB_CONTROL_PANEL_CLOSED_CAPTIONS&quot;:&quot;Notes&quot;,&quot;PB_CONTROL_PANEL_EXIT_FULL_SCREEN&quot;:&quot;Exit full screen&quot;,&quot;PB_CONTROL_PANEL_FULL_SCREEN&quot;:&quot;Full screen&quot;,&quot;PB_CONTROL_PANEL_NEXT&quot;:&quot;SETERUSNYA&quot;,&quot;PB_CONTROL_PANEL_OUTLINE&quot;:&quot;OUTLINE&quot;,&quot;PB_CONTROL_PANEL_PREV&quot;:&quot;SEBELUM&quot;,&quot;PB_CONTROL_PANEL_REPLAY&quot;:&quot;Replay&quot;,&quot;PB_CONTROL_PANEL_SLIDE_COUNTER&quot;:&quot;%SLIDE_NUMBER% of %TOTAL_SLIDES%&quot;,&quot;PB_CONTROL_PANEL_SUBTITLES&quot;:&quot;Closed Captions&quot;,&quot;PB_CONTROL_PANEL_VOLUME_CONTROL&quot;:&quot;Volume&quot;,&quot;PB_CURRENT_SLIDE_IS_NOT_COMPLETED&quot;:&quot;You have to view the entire slide to continue&quot;,&quot;PB_DOMAIN_RESTRICTION&quot;:&quot;Sorry, the author has disabled viewing the presentation on this domain.&quot;,&quot;PB_DRAWING_TOOLS_END_DRAWING&quot;:&quot;End Drawing&quot;,&quot;PB_DRAWING_TOOLS_ERASER&quot;:&quot;Eraser&quot;,&quot;PB_DRAWING_TOOLS_ERASE_ALL&quot;:&quot;Erase All&quot;,&quot;PB_DRAWING_TOOLS_HIGHLIGHTER&quot;:&quot;Highlighter&quot;,&quot;PB_DRAWING_TOOLS_PEN&quot;:&quot;Pen&quot;,&quot;PB_ENTER_PASSWORD&quot;:&quot;Enter a password to view the presentation&quot;,&quot;PB_INCORRECT_PASSWORD&quot;:&quot;The password is incorrect&quot;,&quot;PB_INTERACTION_SLIDE_WINDOW_TEXT&quot;:&quot;You must complete the interaction before leaving this slide.&quot;,&quot;PB_MESSAGE_BOX_NO&quot;:&quot;TIDAK&quot;,&quot;PB_MESSAGE_BOX_OK&quot;:&quot;OK&quot;,&quot;PB_MESSAGE_BOX_YES&quot;:&quot;YA&quot;,&quot;PB_NAVIGATION_IS_RESTRICTED&quot;:&quot;You can only access previously viewed slides.&quot;,&quot;PB_NAVIGATION_IS_SEQUENTIAL&quot;:&quot;You have to view the slides in the given order.&quot;,&quot;PB_PLAYBACK_RATE_MENU_CAPTION&quot;:&quot;Speed&quot;,&quot;PB_PRECEDING_QUIZ_FAILED_WINDOW_TEXT&quot;:&quot;You may not advance because you did not pass the quiz at slide %SLIDE_INDEX%.&quot;,&quot;PB_PRECEDING_QUIZ_NOT_COMPLETED_WINDOW_TEXT&quot;:&quot;You must attempt the quiz at slide %SLIDE_INDEX% to advance.&quot;,&quot;PB_PRECEDING_QUIZ_NOT_PASSED_WINDOW_TEXT&quot;:&quot;You must pass the quiz at slide %SLIDE_INDEX% to advance.&quot;,&quot;PB_PRECEDING_SCENARIO_FAILED_WINDOW_TEXT&quot;:&quot;You may not advance because you did not pass the simulation at slide %SLIDE_INDEX%.&quot;,&quot;PB_PRECEDING_SCENARIO_NOT_COMPLETED_WINDOW_TEXT&quot;:&quot;You must attempt the simulation at slide %SLIDE_INDEX% to advance.&quot;,&quot;PB_PRECEDING_SCENARIO_NOT_PASSED_WINDOW_TEXT&quot;:&quot;You must pass the simulation at slide %SLIDE_INDEX% to advance.&quot;,&quot;PB_PRESENTER_COLLAPSE_BIO&quot;:&quot;Show less&quot;,&quot;PB_PRESENTER_EMAIL&quot;:&quot;Email&quot;,&quot;PB_PRESENTER_EXPAND_BIO&quot;:&quot;Show more&quot;,&quot;PB_PRESENTER_NO_INFO&quot;:&quot;No Presenter Info&quot;,&quot;PB_PRESENTER_WEBSITE&quot;:&quot;Website&quot;,&quot;PB_QUIZ_SLIDE_WINDOW_TEXT&quot;:&quot;You must complete the quiz before leaving this slide.&quot;,&quot;PB_RATE_MENU_CAPTION&quot;:&quot;Speed&quot;,&quot;PB_RATE_MENU_DEFAULT_RATE&quot;:&quot;Normal&quot;,&quot;PB_RESUME_PRESENTATION_WINDOW_TEXT&quot;:&quot;Adakah anda ingin menyambung semula pembelajaran daripada slaid terakhir yang dilihat?&quot;,&quot;PB_SCENARIO_SLIDE_WINDOW_TEXT&quot;:&quot;You must complete the simulation before leaving this slide.&quot;,&quot;PB_SEARCH_CANCEL&quot;:&quot;Cancel&quot;,&quot;PB_SEARCH_NO_RESULTS_LABEL&quot;:&quot;No matches found&quot;,&quot;PB_SEARCH_PANEL_DEFAULT_TEXT&quot;:&quot;Search&quot;,&quot;PB_SEARCH_RESULTS_LABEL&quot;:&quot;SEARCH RESULTS:&quot;,&quot;PB_SEARCH_RESULT_IN_NOTES&quot;:&quot;in notes&quot;,&quot;PB_SEARCH_RESULT_IN_TEXT_LABEL&quot;:&quot;[Slide text]&quot;,&quot;PB_SUBTITLES_MENU_CAPTION&quot;:&quot;Subtitles&quot;,&quot;PB_SUBTITLES_OFF&quot;:&quot;Off&quot;,&quot;PB_TAB_NOTES_LABEL&quot;:&quot;SKRIP&quot;,&quot;PB_TAB_OUTLINE_LABEL&quot;:&quot;RANGKA KURSUS&quot;,&quot;PB_TIME_RESTRICTION&quot;:&quot;Sorry, the author has disabled viewing the presentation at the moment.&quot;,&quot;PB_TITLE_PANEL_ATTACHMENTS&quot;:&quot;Bahan Tambahan&quot;,&quot;PB_TITLE_PANEL_MARKER_TOOLS&quot;:&quot;Marker Tools&quot;,&quot;PB_TITLE_PANEL_NOTES&quot;:&quot;Notes&quot;,&quot;PB_TITLE_PANEL_OUTLINE&quot;:&quot;Outline&quot;,&quot;PB_TITLE_PANEL_PRESENTER_INFO&quot;:&quot;Butiran Pengajar&quot;,&quot;PB_TREE_CONTROL_LOADING&quot;:&quot;Loading…&quot;,&quot;PB_VIDEO_WINDOW_NO_VIDEO_LABEL&quot;:&quot;No video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3,&quot;skinCompatibleVersion&quot;:0,&quot;publishSettings&quot;:{&quot;backgroundColor&quot;:&quot;#DCDEE0&quot;,&quot;playerDimensions&quot;:{&quot;height&quot;:92,&quot;width&quot;:296},&quot;playerModule&quot;:&quot;UniversalHtml&quot;,&quot;presentationContent&quot;:{&quot;metadata&quot;:{&quot;references&quot;:false,&quot;texts&quot;:[&quot;DT_SLIDE_NOTES_HTML&quot;,&quot;DT_SLIDE_NOTES_TEXT&quot;,&quot;DT_SLIDE_TITLE&quot;,&quot;DT_SLIDE_NOTES_TEXT&quot;,&quot;DT_SLIDE_TEXT&quot;,&quot;DT_HYPERLINK_TOOLTIP&quot;]},&quot;resources&quot;:{&quot;attachments&quot;:false,&quot;fonts&quot;:[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&quot;,&quot;fontFamily&quot;:&quot;Open Sans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b&quot;,&quot;fontFamily&quot;:&quot;Open Sans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i&quot;,&quot;fontFamily&quot;:&quot;Open Sans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bi&quot;,&quot;fontFamily&quot;:&quot;Open Sans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sb&quot;,&quot;fontFamily&quot;:&quot;Open Sans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SLIDE_TITLE&quot;,&quot;DCT_SLIDE_NOTES_TEXT&quot;,&quot;DCT_SLIDE_TEXT&quot;,&quot;DCT_HYPERLINK_TOOLTIP&quot;],&quot;static&quot;:[&quot;SKRIP&quot;,&quot;1234567890&quot;,&quot;RANGKA KURSUS&quot;,&quot;Search&quot;,&quot;[Slide text]&quot;,&quot;SEARCH RESULTS:&quot;,&quot;No matches found&quot;,&quot;in notes&quot;,&quot;Cancel&quot;,&quot;SEBELUM&quot;,&quot;SETERUSNYA&quot;,&quot;Full screen&quot;,&quot;Exit full screen&quot;,&quot;Volume&quot;,&quot;Replay&quot;,&quot;%SLIDE_NUMBER% of %TOTAL_SLIDES%&quot;,&quot;YA&quot;,&quot;TIDAK&quot;,&quot;OK&quot;,&quot;Adakah anda ingin menyambung semula pembelajaran daripada slaid terakhir yang dilihat?&quot;,&quot;You have to view the entire slide to continue&quot;,&quot;You can only access previously viewed slides.&quot;,&quot;You have to view the slides in the given order.&quot;,&quot;You must complete the quiz before leaving this slide.&quot;,&quot;You must pass the quiz at slide %SLIDE_INDEX% to advance.&quot;,&quot;You must attempt the quiz at slide %SLIDE_INDEX% to advance.&quot;,&quot;You may not advance because you did not pass the quiz at slide %SLIDE_INDEX%.&quot;,&quot;You must complete the interaction before leaving this slide.&quot;,&quot;You must complete the simulation before leaving this slide.&quot;,&quot;You must pass the simulation at slide %SLIDE_INDEX% to advance.&quot;,&quot;You must attempt the simulation at slide %SLIDE_INDEX% to advance.&quot;,&quot;You may not advance because you did not pass the simulation at slide %SLIDE_INDEX%.&quot;,&quot;Enter a password to view the presentation&quot;,&quot;The password is incorrect&quot;,&quot;Sorry, the author has disabled viewing the presentation on this domain.&quot;,&quot;Sorry, the author has disabled viewing the presentation at the moment.&quot;,&quot;Back&quot;]},&quot;embedName&quot;:&quot;PFnsbi&quot;,&quot;fontFamily&quot;:&quot;Open Sans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playAndPause,replay,fullscreen,volumeControl,slideNumber,goToPrev,goToNext&quot;,&quot;playerLayoutHeader&quot;:&quot;&quot;,&quot;playerLayoutHeaderButtonsPosition&quot;:&quot;&quot;,&quot;playerLayoutOutline&quot;:&quot;enableSearch,showThumbnails,highlightViewedSlides,enableMultilevel&quot;,&quot;playerLayoutProgress&quot;:&quot;enabledNavigation,showLabels&quot;,&quot;playerLayoutProgressMode&quot;:&quot;slideTimeline&quot;,&quot;playerLayoutSidebar&quot;:&quot;notes,outline&quot;,&quot;playerLayoutSidebarPosition&quot;:&quot;right&quot;,&quot;playerMessages&quot;:&quot;custom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custom&quot;,&quot;playerThemeFont&quot;:&quot;Open Sans&quot;}}}"/>
  <p:tag name="ISPRING_ULTRA_SCORM_COURCE_TITLE" val="MMD_KAK_PL1_T6_T3_B2_V4"/>
  <p:tag name="ISPRING_PRESENTATION_TITLE" val="MMD_KAK_PL1_T6_T3_B2_V4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CUSTOM_TIMING_USED" val="1"/>
  <p:tag name="ISPRING_SLIDE_INDENT_LEVEL" val="0"/>
  <p:tag name="GENSWF_SLIDE_UID" val="{90D6DDB6-1FA9-4B2F-90EF-DC0C05FA4E39}:966"/>
  <p:tag name="GENSWF_ADVANCE_TIME" val="33.500"/>
  <p:tag name="ISPRING_SLIDE_ID_2" val="{BB0E00DA-E1AB-4577-86EA-CE2969A9EA98}"/>
  <p:tag name="ISPRING_SLIDE_BRANCHING_PROPERTIES" val="&lt;BranchingProperties&gt;&lt;nextAction&gt;&lt;action&gt;0&lt;/action&gt;&lt;/nextAction&gt;&lt;prevAction&gt;&lt;action&gt;1&lt;/action&gt;&lt;/prevAction&gt;&lt;lock&gt;0&lt;/lock&gt;&lt;/BranchingProperties&gt;&#10;"/>
</p:tagLst>
</file>

<file path=ppt/theme/theme1.xml><?xml version="1.0" encoding="utf-8"?>
<a:theme xmlns:a="http://schemas.openxmlformats.org/drawingml/2006/main" name="Office Theme">
  <a:themeElements>
    <a:clrScheme name="Custom 505">
      <a:dk1>
        <a:srgbClr val="000000"/>
      </a:dk1>
      <a:lt1>
        <a:srgbClr val="FFFFFF"/>
      </a:lt1>
      <a:dk2>
        <a:srgbClr val="3F403F"/>
      </a:dk2>
      <a:lt2>
        <a:srgbClr val="FFFFFF"/>
      </a:lt2>
      <a:accent1>
        <a:srgbClr val="17B164"/>
      </a:accent1>
      <a:accent2>
        <a:srgbClr val="003E3B"/>
      </a:accent2>
      <a:accent3>
        <a:srgbClr val="181818"/>
      </a:accent3>
      <a:accent4>
        <a:srgbClr val="13764B"/>
      </a:accent4>
      <a:accent5>
        <a:srgbClr val="21C190"/>
      </a:accent5>
      <a:accent6>
        <a:srgbClr val="83EAB1"/>
      </a:accent6>
      <a:hlink>
        <a:srgbClr val="1EE27F"/>
      </a:hlink>
      <a:folHlink>
        <a:srgbClr val="1EE27F"/>
      </a:folHlink>
    </a:clrScheme>
    <a:fontScheme name="CIDB">
      <a:majorFont>
        <a:latin typeface="Raleway"/>
        <a:ea typeface=""/>
        <a:cs typeface=""/>
      </a:majorFont>
      <a:minorFont>
        <a:latin typeface="Ebri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85521</TotalTime>
  <Words>249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Ebrima</vt:lpstr>
      <vt:lpstr>Inter</vt:lpstr>
      <vt:lpstr>Raleway</vt:lpstr>
      <vt:lpstr>Roboto Light</vt:lpstr>
      <vt:lpstr>Office Theme</vt:lpstr>
      <vt:lpstr>Montaj Kursus Kerja Bangunan – Pembinaan Landskap Luar</vt:lpstr>
      <vt:lpstr>Senarai Pakej Latihan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MMD_KAK_PL1_T6_T3_B2_V4</dc:title>
  <dc:creator>Rizkialdy Pratama</dc:creator>
  <cp:lastModifiedBy>Bariah Ahmad</cp:lastModifiedBy>
  <cp:revision>1570</cp:revision>
  <dcterms:created xsi:type="dcterms:W3CDTF">2021-11-01T02:42:52Z</dcterms:created>
  <dcterms:modified xsi:type="dcterms:W3CDTF">2026-08-01T05:39:45Z</dcterms:modified>
</cp:coreProperties>
</file>